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10287000" cx="18288000"/>
  <p:notesSz cx="6858000" cy="9144000"/>
  <p:embeddedFontLst>
    <p:embeddedFont>
      <p:font typeface="Lato"/>
      <p:bold r:id="rId19"/>
      <p:boldItalic r:id="rId20"/>
    </p:embeddedFont>
    <p:embeddedFont>
      <p:font typeface="Geist"/>
      <p:regular r:id="rId21"/>
      <p:bold r:id="rId22"/>
      <p:italic r:id="rId23"/>
      <p:boldItalic r:id="rId24"/>
    </p:embeddedFont>
    <p:embeddedFont>
      <p:font typeface="Lato Black"/>
      <p:bold r:id="rId25"/>
      <p:boldItalic r:id="rId26"/>
    </p:embeddedFont>
    <p:embeddedFont>
      <p:font typeface="REM"/>
      <p:regular r:id="rId27"/>
      <p:bold r:id="rId28"/>
      <p:italic r:id="rId29"/>
      <p:boldItalic r:id="rId3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31" roundtripDataSignature="AMtx7miKT0766K78nBf62x57nrkzFIzIp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Lato-boldItalic.fntdata"/><Relationship Id="rId22" Type="http://schemas.openxmlformats.org/officeDocument/2006/relationships/font" Target="fonts/Geist-bold.fntdata"/><Relationship Id="rId21" Type="http://schemas.openxmlformats.org/officeDocument/2006/relationships/font" Target="fonts/Geist-regular.fntdata"/><Relationship Id="rId24" Type="http://schemas.openxmlformats.org/officeDocument/2006/relationships/font" Target="fonts/Geist-boldItalic.fntdata"/><Relationship Id="rId23" Type="http://schemas.openxmlformats.org/officeDocument/2006/relationships/font" Target="fonts/Geist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LatoBlack-boldItalic.fntdata"/><Relationship Id="rId25" Type="http://schemas.openxmlformats.org/officeDocument/2006/relationships/font" Target="fonts/LatoBlack-bold.fntdata"/><Relationship Id="rId28" Type="http://schemas.openxmlformats.org/officeDocument/2006/relationships/font" Target="fonts/REM-bold.fntdata"/><Relationship Id="rId27" Type="http://schemas.openxmlformats.org/officeDocument/2006/relationships/font" Target="fonts/REM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REM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customschemas.google.com/relationships/presentationmetadata" Target="metadata"/><Relationship Id="rId30" Type="http://schemas.openxmlformats.org/officeDocument/2006/relationships/font" Target="fonts/REM-bold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font" Target="fonts/Lato-bold.fntdata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3fbd9743079_1_1092:notes"/>
          <p:cNvSpPr/>
          <p:nvPr>
            <p:ph idx="2" type="sldImg"/>
          </p:nvPr>
        </p:nvSpPr>
        <p:spPr>
          <a:xfrm>
            <a:off x="0" y="0"/>
            <a:ext cx="2250000" cy="225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68" name="Google Shape;268;g3fbd9743079_1_1092:notes"/>
          <p:cNvSpPr txBox="1"/>
          <p:nvPr>
            <p:ph idx="1" type="body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g3fbd9743079_1_1092:notes"/>
          <p:cNvSpPr txBox="1"/>
          <p:nvPr>
            <p:ph idx="12" type="sldNum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g3fbd9743079_1_1109:notes"/>
          <p:cNvSpPr/>
          <p:nvPr>
            <p:ph idx="2" type="sldImg"/>
          </p:nvPr>
        </p:nvSpPr>
        <p:spPr>
          <a:xfrm>
            <a:off x="0" y="0"/>
            <a:ext cx="2250000" cy="225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86" name="Google Shape;286;g3fbd9743079_1_1109:notes"/>
          <p:cNvSpPr txBox="1"/>
          <p:nvPr>
            <p:ph idx="1" type="body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g3fbd9743079_1_1109:notes"/>
          <p:cNvSpPr txBox="1"/>
          <p:nvPr>
            <p:ph idx="12" type="sldNum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g3fbd9743079_1_1127:notes"/>
          <p:cNvSpPr/>
          <p:nvPr>
            <p:ph idx="2" type="sldImg"/>
          </p:nvPr>
        </p:nvSpPr>
        <p:spPr>
          <a:xfrm>
            <a:off x="0" y="0"/>
            <a:ext cx="2250000" cy="225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05" name="Google Shape;305;g3fbd9743079_1_1127:notes"/>
          <p:cNvSpPr txBox="1"/>
          <p:nvPr>
            <p:ph idx="1" type="body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g3fbd9743079_1_1127:notes"/>
          <p:cNvSpPr txBox="1"/>
          <p:nvPr>
            <p:ph idx="12" type="sldNum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g3fbd9743079_1_1144:notes"/>
          <p:cNvSpPr/>
          <p:nvPr>
            <p:ph idx="2" type="sldImg"/>
          </p:nvPr>
        </p:nvSpPr>
        <p:spPr>
          <a:xfrm>
            <a:off x="0" y="0"/>
            <a:ext cx="2250000" cy="225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23" name="Google Shape;323;g3fbd9743079_1_1144:notes"/>
          <p:cNvSpPr txBox="1"/>
          <p:nvPr>
            <p:ph idx="1" type="body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g3fbd9743079_1_1144:notes"/>
          <p:cNvSpPr txBox="1"/>
          <p:nvPr>
            <p:ph idx="12" type="sldNum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g3fbd9743079_1_1162:notes"/>
          <p:cNvSpPr/>
          <p:nvPr>
            <p:ph idx="2" type="sldImg"/>
          </p:nvPr>
        </p:nvSpPr>
        <p:spPr>
          <a:xfrm>
            <a:off x="0" y="0"/>
            <a:ext cx="2250000" cy="225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42" name="Google Shape;342;g3fbd9743079_1_1162:notes"/>
          <p:cNvSpPr txBox="1"/>
          <p:nvPr>
            <p:ph idx="1" type="body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g3fbd9743079_1_1162:notes"/>
          <p:cNvSpPr txBox="1"/>
          <p:nvPr>
            <p:ph idx="12" type="sldNum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g3fbd9743079_1_1175:notes"/>
          <p:cNvSpPr/>
          <p:nvPr>
            <p:ph idx="2" type="sldImg"/>
          </p:nvPr>
        </p:nvSpPr>
        <p:spPr>
          <a:xfrm>
            <a:off x="0" y="0"/>
            <a:ext cx="2250000" cy="225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56" name="Google Shape;356;g3fbd9743079_1_1175:notes"/>
          <p:cNvSpPr txBox="1"/>
          <p:nvPr>
            <p:ph idx="1" type="body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g3fbd9743079_1_1175:notes"/>
          <p:cNvSpPr txBox="1"/>
          <p:nvPr>
            <p:ph idx="12" type="sldNum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g3fbd9743079_1_1183:notes"/>
          <p:cNvSpPr/>
          <p:nvPr>
            <p:ph idx="2" type="sldImg"/>
          </p:nvPr>
        </p:nvSpPr>
        <p:spPr>
          <a:xfrm>
            <a:off x="0" y="0"/>
            <a:ext cx="2250000" cy="225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65" name="Google Shape;365;g3fbd9743079_1_1183:notes"/>
          <p:cNvSpPr txBox="1"/>
          <p:nvPr>
            <p:ph idx="1" type="body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g3fbd9743079_1_1183:notes"/>
          <p:cNvSpPr txBox="1"/>
          <p:nvPr>
            <p:ph idx="12" type="sldNum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g3fbd9743079_1_1201:notes"/>
          <p:cNvSpPr/>
          <p:nvPr>
            <p:ph idx="2" type="sldImg"/>
          </p:nvPr>
        </p:nvSpPr>
        <p:spPr>
          <a:xfrm>
            <a:off x="0" y="0"/>
            <a:ext cx="2250000" cy="225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80" name="Google Shape;380;g3fbd9743079_1_1201:notes"/>
          <p:cNvSpPr txBox="1"/>
          <p:nvPr>
            <p:ph idx="1" type="body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g3fbd9743079_1_1201:notes"/>
          <p:cNvSpPr txBox="1"/>
          <p:nvPr>
            <p:ph idx="12" type="sldNum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g3fbd9743079_1_1226:notes"/>
          <p:cNvSpPr/>
          <p:nvPr>
            <p:ph idx="2" type="sldImg"/>
          </p:nvPr>
        </p:nvSpPr>
        <p:spPr>
          <a:xfrm>
            <a:off x="0" y="0"/>
            <a:ext cx="2250000" cy="225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06" name="Google Shape;406;g3fbd9743079_1_1226:notes"/>
          <p:cNvSpPr txBox="1"/>
          <p:nvPr>
            <p:ph idx="1" type="body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g3fbd9743079_1_1226:notes"/>
          <p:cNvSpPr txBox="1"/>
          <p:nvPr>
            <p:ph idx="12" type="sldNum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g3fbd9743079_1_1243:notes"/>
          <p:cNvSpPr/>
          <p:nvPr>
            <p:ph idx="2" type="sldImg"/>
          </p:nvPr>
        </p:nvSpPr>
        <p:spPr>
          <a:xfrm>
            <a:off x="0" y="0"/>
            <a:ext cx="2250000" cy="225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24" name="Google Shape;424;g3fbd9743079_1_1243:notes"/>
          <p:cNvSpPr txBox="1"/>
          <p:nvPr>
            <p:ph idx="1" type="body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g3fbd9743079_1_1243:notes"/>
          <p:cNvSpPr txBox="1"/>
          <p:nvPr>
            <p:ph idx="12" type="sldNum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g3fbe8d93765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2" name="Google Shape;442;g3fbe8d9376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jp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5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7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7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8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8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9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9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9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9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1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1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2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2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2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3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4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4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master 1">
  <p:cSld name="Slide master 1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81" name="Google Shape;81;g3fbd9743079_1_126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8287542" cy="10286999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g3fbd9743079_1_1266"/>
          <p:cNvSpPr/>
          <p:nvPr/>
        </p:nvSpPr>
        <p:spPr>
          <a:xfrm>
            <a:off x="0" y="0"/>
            <a:ext cx="18287700" cy="10287000"/>
          </a:xfrm>
          <a:prstGeom prst="rect">
            <a:avLst/>
          </a:prstGeom>
          <a:solidFill>
            <a:srgbClr val="E5F9F2">
              <a:alpha val="94900"/>
            </a:srgbClr>
          </a:solidFill>
          <a:ln>
            <a:noFill/>
          </a:ln>
        </p:spPr>
        <p:txBody>
          <a:bodyPr anchorCtr="0" anchor="ctr" bIns="137150" lIns="137150" spcFirstLastPara="1" rIns="137150" wrap="square" tIns="137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83" name="Google Shape;83;g3fbd9743079_1_1266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6615313" y="9838486"/>
            <a:ext cx="1607767" cy="3840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1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1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.jpg"/><Relationship Id="rId4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.png"/><Relationship Id="rId4" Type="http://schemas.openxmlformats.org/officeDocument/2006/relationships/image" Target="../media/image1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1F1F0"/>
        </a:solid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/>
          <p:nvPr/>
        </p:nvSpPr>
        <p:spPr>
          <a:xfrm>
            <a:off x="10119999" y="8601238"/>
            <a:ext cx="3956548" cy="1092996"/>
          </a:xfrm>
          <a:custGeom>
            <a:rect b="b" l="l" r="r" t="t"/>
            <a:pathLst>
              <a:path extrusionOk="0" h="1092996" w="3956548">
                <a:moveTo>
                  <a:pt x="0" y="0"/>
                </a:moveTo>
                <a:lnTo>
                  <a:pt x="3956549" y="0"/>
                </a:lnTo>
                <a:lnTo>
                  <a:pt x="3956549" y="1092997"/>
                </a:lnTo>
                <a:lnTo>
                  <a:pt x="0" y="109299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89" name="Google Shape;89;p1"/>
          <p:cNvGrpSpPr/>
          <p:nvPr/>
        </p:nvGrpSpPr>
        <p:grpSpPr>
          <a:xfrm>
            <a:off x="0" y="-809625"/>
            <a:ext cx="9525000" cy="11906250"/>
            <a:chOff x="0" y="0"/>
            <a:chExt cx="12700000" cy="15875000"/>
          </a:xfrm>
        </p:grpSpPr>
        <p:grpSp>
          <p:nvGrpSpPr>
            <p:cNvPr id="90" name="Google Shape;90;p1"/>
            <p:cNvGrpSpPr/>
            <p:nvPr/>
          </p:nvGrpSpPr>
          <p:grpSpPr>
            <a:xfrm>
              <a:off x="0" y="0"/>
              <a:ext cx="6350000" cy="3175000"/>
              <a:chOff x="0" y="0"/>
              <a:chExt cx="1972386" cy="986193"/>
            </a:xfrm>
          </p:grpSpPr>
          <p:sp>
            <p:nvSpPr>
              <p:cNvPr id="91" name="Google Shape;91;p1"/>
              <p:cNvSpPr/>
              <p:nvPr/>
            </p:nvSpPr>
            <p:spPr>
              <a:xfrm>
                <a:off x="0" y="0"/>
                <a:ext cx="1972386" cy="986193"/>
              </a:xfrm>
              <a:custGeom>
                <a:rect b="b" l="l" r="r" t="t"/>
                <a:pathLst>
                  <a:path extrusionOk="0" h="986193" w="1972386">
                    <a:moveTo>
                      <a:pt x="0" y="0"/>
                    </a:moveTo>
                    <a:lnTo>
                      <a:pt x="1972386" y="0"/>
                    </a:lnTo>
                    <a:lnTo>
                      <a:pt x="1972386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DDA73A">
                  <a:alpha val="69804"/>
                </a:srgbClr>
              </a:solidFill>
              <a:ln>
                <a:noFill/>
              </a:ln>
            </p:spPr>
          </p:sp>
          <p:sp>
            <p:nvSpPr>
              <p:cNvPr id="92" name="Google Shape;92;p1"/>
              <p:cNvSpPr txBox="1"/>
              <p:nvPr/>
            </p:nvSpPr>
            <p:spPr>
              <a:xfrm>
                <a:off x="0" y="28575"/>
                <a:ext cx="1972386" cy="9576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32300" lIns="32300" spcFirstLastPara="1" rIns="32300" wrap="square" tIns="32300">
                <a:noAutofit/>
              </a:bodyPr>
              <a:lstStyle/>
              <a:p>
                <a:pPr indent="0" lvl="0" marL="0" marR="0" rtl="0" algn="ctr">
                  <a:lnSpc>
                    <a:spcPct val="86888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93" name="Google Shape;93;p1"/>
            <p:cNvGrpSpPr/>
            <p:nvPr/>
          </p:nvGrpSpPr>
          <p:grpSpPr>
            <a:xfrm>
              <a:off x="0" y="3175000"/>
              <a:ext cx="3175000" cy="3175000"/>
              <a:chOff x="0" y="0"/>
              <a:chExt cx="986193" cy="986193"/>
            </a:xfrm>
          </p:grpSpPr>
          <p:sp>
            <p:nvSpPr>
              <p:cNvPr id="94" name="Google Shape;94;p1"/>
              <p:cNvSpPr/>
              <p:nvPr/>
            </p:nvSpPr>
            <p:spPr>
              <a:xfrm>
                <a:off x="0" y="0"/>
                <a:ext cx="986193" cy="986193"/>
              </a:xfrm>
              <a:custGeom>
                <a:rect b="b" l="l" r="r" t="t"/>
                <a:pathLst>
                  <a:path extrusionOk="0" h="986193" w="986193">
                    <a:moveTo>
                      <a:pt x="0" y="0"/>
                    </a:moveTo>
                    <a:lnTo>
                      <a:pt x="986193" y="0"/>
                    </a:lnTo>
                    <a:lnTo>
                      <a:pt x="986193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EE402D">
                  <a:alpha val="69804"/>
                </a:srgbClr>
              </a:solidFill>
              <a:ln>
                <a:noFill/>
              </a:ln>
            </p:spPr>
          </p:sp>
          <p:sp>
            <p:nvSpPr>
              <p:cNvPr id="95" name="Google Shape;95;p1"/>
              <p:cNvSpPr txBox="1"/>
              <p:nvPr/>
            </p:nvSpPr>
            <p:spPr>
              <a:xfrm>
                <a:off x="0" y="28575"/>
                <a:ext cx="986193" cy="9576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32300" lIns="32300" spcFirstLastPara="1" rIns="32300" wrap="square" tIns="32300">
                <a:noAutofit/>
              </a:bodyPr>
              <a:lstStyle/>
              <a:p>
                <a:pPr indent="0" lvl="0" marL="0" marR="0" rtl="0" algn="ctr">
                  <a:lnSpc>
                    <a:spcPct val="86888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96" name="Google Shape;96;p1"/>
            <p:cNvGrpSpPr/>
            <p:nvPr/>
          </p:nvGrpSpPr>
          <p:grpSpPr>
            <a:xfrm>
              <a:off x="0" y="6350000"/>
              <a:ext cx="3175000" cy="3175000"/>
              <a:chOff x="0" y="0"/>
              <a:chExt cx="986193" cy="986193"/>
            </a:xfrm>
          </p:grpSpPr>
          <p:sp>
            <p:nvSpPr>
              <p:cNvPr id="97" name="Google Shape;97;p1"/>
              <p:cNvSpPr/>
              <p:nvPr/>
            </p:nvSpPr>
            <p:spPr>
              <a:xfrm>
                <a:off x="0" y="0"/>
                <a:ext cx="986193" cy="986193"/>
              </a:xfrm>
              <a:custGeom>
                <a:rect b="b" l="l" r="r" t="t"/>
                <a:pathLst>
                  <a:path extrusionOk="0" h="986193" w="986193">
                    <a:moveTo>
                      <a:pt x="0" y="0"/>
                    </a:moveTo>
                    <a:lnTo>
                      <a:pt x="986193" y="0"/>
                    </a:lnTo>
                    <a:lnTo>
                      <a:pt x="986193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28BFE6">
                  <a:alpha val="69804"/>
                </a:srgbClr>
              </a:solidFill>
              <a:ln>
                <a:noFill/>
              </a:ln>
            </p:spPr>
          </p:sp>
          <p:sp>
            <p:nvSpPr>
              <p:cNvPr id="98" name="Google Shape;98;p1"/>
              <p:cNvSpPr txBox="1"/>
              <p:nvPr/>
            </p:nvSpPr>
            <p:spPr>
              <a:xfrm>
                <a:off x="0" y="28575"/>
                <a:ext cx="986193" cy="9576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32300" lIns="32300" spcFirstLastPara="1" rIns="32300" wrap="square" tIns="32300">
                <a:noAutofit/>
              </a:bodyPr>
              <a:lstStyle/>
              <a:p>
                <a:pPr indent="0" lvl="0" marL="0" marR="0" rtl="0" algn="ctr">
                  <a:lnSpc>
                    <a:spcPct val="86888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99" name="Google Shape;99;p1"/>
            <p:cNvGrpSpPr/>
            <p:nvPr/>
          </p:nvGrpSpPr>
          <p:grpSpPr>
            <a:xfrm>
              <a:off x="6350000" y="0"/>
              <a:ext cx="3175000" cy="3175000"/>
              <a:chOff x="0" y="0"/>
              <a:chExt cx="986193" cy="986193"/>
            </a:xfrm>
          </p:grpSpPr>
          <p:sp>
            <p:nvSpPr>
              <p:cNvPr id="100" name="Google Shape;100;p1"/>
              <p:cNvSpPr/>
              <p:nvPr/>
            </p:nvSpPr>
            <p:spPr>
              <a:xfrm>
                <a:off x="0" y="0"/>
                <a:ext cx="986193" cy="986193"/>
              </a:xfrm>
              <a:custGeom>
                <a:rect b="b" l="l" r="r" t="t"/>
                <a:pathLst>
                  <a:path extrusionOk="0" h="986193" w="986193">
                    <a:moveTo>
                      <a:pt x="0" y="0"/>
                    </a:moveTo>
                    <a:lnTo>
                      <a:pt x="986193" y="0"/>
                    </a:lnTo>
                    <a:lnTo>
                      <a:pt x="986193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4BA146">
                  <a:alpha val="69804"/>
                </a:srgbClr>
              </a:solidFill>
              <a:ln>
                <a:noFill/>
              </a:ln>
            </p:spPr>
          </p:sp>
          <p:sp>
            <p:nvSpPr>
              <p:cNvPr id="101" name="Google Shape;101;p1"/>
              <p:cNvSpPr txBox="1"/>
              <p:nvPr/>
            </p:nvSpPr>
            <p:spPr>
              <a:xfrm>
                <a:off x="0" y="28575"/>
                <a:ext cx="986193" cy="9576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32300" lIns="32300" spcFirstLastPara="1" rIns="32300" wrap="square" tIns="32300">
                <a:noAutofit/>
              </a:bodyPr>
              <a:lstStyle/>
              <a:p>
                <a:pPr indent="0" lvl="0" marL="0" marR="0" rtl="0" algn="ctr">
                  <a:lnSpc>
                    <a:spcPct val="86888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02" name="Google Shape;102;p1"/>
            <p:cNvGrpSpPr/>
            <p:nvPr/>
          </p:nvGrpSpPr>
          <p:grpSpPr>
            <a:xfrm>
              <a:off x="3175000" y="3175000"/>
              <a:ext cx="3175000" cy="3175000"/>
              <a:chOff x="0" y="0"/>
              <a:chExt cx="986193" cy="986193"/>
            </a:xfrm>
          </p:grpSpPr>
          <p:sp>
            <p:nvSpPr>
              <p:cNvPr id="103" name="Google Shape;103;p1"/>
              <p:cNvSpPr/>
              <p:nvPr/>
            </p:nvSpPr>
            <p:spPr>
              <a:xfrm>
                <a:off x="0" y="0"/>
                <a:ext cx="986193" cy="986193"/>
              </a:xfrm>
              <a:custGeom>
                <a:rect b="b" l="l" r="r" t="t"/>
                <a:pathLst>
                  <a:path extrusionOk="0" h="986193" w="986193">
                    <a:moveTo>
                      <a:pt x="0" y="0"/>
                    </a:moveTo>
                    <a:lnTo>
                      <a:pt x="986193" y="0"/>
                    </a:lnTo>
                    <a:lnTo>
                      <a:pt x="986193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A31C44">
                  <a:alpha val="69804"/>
                </a:srgbClr>
              </a:solidFill>
              <a:ln>
                <a:noFill/>
              </a:ln>
            </p:spPr>
          </p:sp>
          <p:sp>
            <p:nvSpPr>
              <p:cNvPr id="104" name="Google Shape;104;p1"/>
              <p:cNvSpPr txBox="1"/>
              <p:nvPr/>
            </p:nvSpPr>
            <p:spPr>
              <a:xfrm>
                <a:off x="0" y="28575"/>
                <a:ext cx="986193" cy="9576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32300" lIns="32300" spcFirstLastPara="1" rIns="32300" wrap="square" tIns="32300">
                <a:noAutofit/>
              </a:bodyPr>
              <a:lstStyle/>
              <a:p>
                <a:pPr indent="0" lvl="0" marL="0" marR="0" rtl="0" algn="ctr">
                  <a:lnSpc>
                    <a:spcPct val="86888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05" name="Google Shape;105;p1"/>
            <p:cNvGrpSpPr/>
            <p:nvPr/>
          </p:nvGrpSpPr>
          <p:grpSpPr>
            <a:xfrm rot="5400000">
              <a:off x="1587500" y="7937500"/>
              <a:ext cx="6350000" cy="3175000"/>
              <a:chOff x="0" y="0"/>
              <a:chExt cx="1972386" cy="986193"/>
            </a:xfrm>
          </p:grpSpPr>
          <p:sp>
            <p:nvSpPr>
              <p:cNvPr id="106" name="Google Shape;106;p1"/>
              <p:cNvSpPr/>
              <p:nvPr/>
            </p:nvSpPr>
            <p:spPr>
              <a:xfrm>
                <a:off x="0" y="0"/>
                <a:ext cx="1972386" cy="986193"/>
              </a:xfrm>
              <a:custGeom>
                <a:rect b="b" l="l" r="r" t="t"/>
                <a:pathLst>
                  <a:path extrusionOk="0" h="986193" w="1972386">
                    <a:moveTo>
                      <a:pt x="0" y="0"/>
                    </a:moveTo>
                    <a:lnTo>
                      <a:pt x="1972386" y="0"/>
                    </a:lnTo>
                    <a:lnTo>
                      <a:pt x="1972386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59BA47">
                  <a:alpha val="69804"/>
                </a:srgbClr>
              </a:solidFill>
              <a:ln>
                <a:noFill/>
              </a:ln>
            </p:spPr>
          </p:sp>
          <p:sp>
            <p:nvSpPr>
              <p:cNvPr id="107" name="Google Shape;107;p1"/>
              <p:cNvSpPr txBox="1"/>
              <p:nvPr/>
            </p:nvSpPr>
            <p:spPr>
              <a:xfrm>
                <a:off x="0" y="28575"/>
                <a:ext cx="1972386" cy="9576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32300" lIns="32300" spcFirstLastPara="1" rIns="32300" wrap="square" tIns="32300">
                <a:noAutofit/>
              </a:bodyPr>
              <a:lstStyle/>
              <a:p>
                <a:pPr indent="0" lvl="0" marL="0" marR="0" rtl="0" algn="ctr">
                  <a:lnSpc>
                    <a:spcPct val="86888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08" name="Google Shape;108;p1"/>
            <p:cNvGrpSpPr/>
            <p:nvPr/>
          </p:nvGrpSpPr>
          <p:grpSpPr>
            <a:xfrm>
              <a:off x="6350000" y="3175000"/>
              <a:ext cx="3175000" cy="3175000"/>
              <a:chOff x="0" y="0"/>
              <a:chExt cx="986193" cy="986193"/>
            </a:xfrm>
          </p:grpSpPr>
          <p:sp>
            <p:nvSpPr>
              <p:cNvPr id="109" name="Google Shape;109;p1"/>
              <p:cNvSpPr/>
              <p:nvPr/>
            </p:nvSpPr>
            <p:spPr>
              <a:xfrm>
                <a:off x="0" y="0"/>
                <a:ext cx="986193" cy="986193"/>
              </a:xfrm>
              <a:custGeom>
                <a:rect b="b" l="l" r="r" t="t"/>
                <a:pathLst>
                  <a:path extrusionOk="0" h="986193" w="986193">
                    <a:moveTo>
                      <a:pt x="0" y="0"/>
                    </a:moveTo>
                    <a:lnTo>
                      <a:pt x="986193" y="0"/>
                    </a:lnTo>
                    <a:lnTo>
                      <a:pt x="986193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14496A">
                  <a:alpha val="69804"/>
                </a:srgbClr>
              </a:solidFill>
              <a:ln>
                <a:noFill/>
              </a:ln>
            </p:spPr>
          </p:sp>
          <p:sp>
            <p:nvSpPr>
              <p:cNvPr id="110" name="Google Shape;110;p1"/>
              <p:cNvSpPr txBox="1"/>
              <p:nvPr/>
            </p:nvSpPr>
            <p:spPr>
              <a:xfrm>
                <a:off x="0" y="28575"/>
                <a:ext cx="986193" cy="9576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32300" lIns="32300" spcFirstLastPara="1" rIns="32300" wrap="square" tIns="32300">
                <a:noAutofit/>
              </a:bodyPr>
              <a:lstStyle/>
              <a:p>
                <a:pPr indent="0" lvl="0" marL="0" marR="0" rtl="0" algn="ctr">
                  <a:lnSpc>
                    <a:spcPct val="86888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11" name="Google Shape;111;p1"/>
            <p:cNvGrpSpPr/>
            <p:nvPr/>
          </p:nvGrpSpPr>
          <p:grpSpPr>
            <a:xfrm>
              <a:off x="6350000" y="6350000"/>
              <a:ext cx="3175000" cy="3175000"/>
              <a:chOff x="0" y="0"/>
              <a:chExt cx="986193" cy="986193"/>
            </a:xfrm>
          </p:grpSpPr>
          <p:sp>
            <p:nvSpPr>
              <p:cNvPr id="112" name="Google Shape;112;p1"/>
              <p:cNvSpPr/>
              <p:nvPr/>
            </p:nvSpPr>
            <p:spPr>
              <a:xfrm>
                <a:off x="0" y="0"/>
                <a:ext cx="986193" cy="986193"/>
              </a:xfrm>
              <a:custGeom>
                <a:rect b="b" l="l" r="r" t="t"/>
                <a:pathLst>
                  <a:path extrusionOk="0" h="986193" w="986193">
                    <a:moveTo>
                      <a:pt x="0" y="0"/>
                    </a:moveTo>
                    <a:lnTo>
                      <a:pt x="986193" y="0"/>
                    </a:lnTo>
                    <a:lnTo>
                      <a:pt x="986193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DD1767">
                  <a:alpha val="69804"/>
                </a:srgbClr>
              </a:solidFill>
              <a:ln>
                <a:noFill/>
              </a:ln>
            </p:spPr>
          </p:sp>
          <p:sp>
            <p:nvSpPr>
              <p:cNvPr id="113" name="Google Shape;113;p1"/>
              <p:cNvSpPr txBox="1"/>
              <p:nvPr/>
            </p:nvSpPr>
            <p:spPr>
              <a:xfrm>
                <a:off x="0" y="28575"/>
                <a:ext cx="986193" cy="9576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32300" lIns="32300" spcFirstLastPara="1" rIns="32300" wrap="square" tIns="32300">
                <a:noAutofit/>
              </a:bodyPr>
              <a:lstStyle/>
              <a:p>
                <a:pPr indent="0" lvl="0" marL="0" marR="0" rtl="0" algn="ctr">
                  <a:lnSpc>
                    <a:spcPct val="86888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14" name="Google Shape;114;p1"/>
            <p:cNvGrpSpPr/>
            <p:nvPr/>
          </p:nvGrpSpPr>
          <p:grpSpPr>
            <a:xfrm>
              <a:off x="0" y="9525000"/>
              <a:ext cx="3175000" cy="3175000"/>
              <a:chOff x="0" y="0"/>
              <a:chExt cx="986193" cy="986193"/>
            </a:xfrm>
          </p:grpSpPr>
          <p:sp>
            <p:nvSpPr>
              <p:cNvPr id="115" name="Google Shape;115;p1"/>
              <p:cNvSpPr/>
              <p:nvPr/>
            </p:nvSpPr>
            <p:spPr>
              <a:xfrm>
                <a:off x="0" y="0"/>
                <a:ext cx="986193" cy="986193"/>
              </a:xfrm>
              <a:custGeom>
                <a:rect b="b" l="l" r="r" t="t"/>
                <a:pathLst>
                  <a:path extrusionOk="0" h="986193" w="986193">
                    <a:moveTo>
                      <a:pt x="0" y="0"/>
                    </a:moveTo>
                    <a:lnTo>
                      <a:pt x="986193" y="0"/>
                    </a:lnTo>
                    <a:lnTo>
                      <a:pt x="986193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F16A2E">
                  <a:alpha val="69804"/>
                </a:srgbClr>
              </a:solidFill>
              <a:ln>
                <a:noFill/>
              </a:ln>
            </p:spPr>
          </p:sp>
          <p:sp>
            <p:nvSpPr>
              <p:cNvPr id="116" name="Google Shape;116;p1"/>
              <p:cNvSpPr txBox="1"/>
              <p:nvPr/>
            </p:nvSpPr>
            <p:spPr>
              <a:xfrm>
                <a:off x="0" y="28575"/>
                <a:ext cx="986193" cy="9576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32300" lIns="32300" spcFirstLastPara="1" rIns="32300" wrap="square" tIns="32300">
                <a:noAutofit/>
              </a:bodyPr>
              <a:lstStyle/>
              <a:p>
                <a:pPr indent="0" lvl="0" marL="0" marR="0" rtl="0" algn="ctr">
                  <a:lnSpc>
                    <a:spcPct val="86888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17" name="Google Shape;117;p1"/>
            <p:cNvGrpSpPr/>
            <p:nvPr/>
          </p:nvGrpSpPr>
          <p:grpSpPr>
            <a:xfrm>
              <a:off x="6350000" y="9525000"/>
              <a:ext cx="3175000" cy="3175000"/>
              <a:chOff x="0" y="0"/>
              <a:chExt cx="986193" cy="986193"/>
            </a:xfrm>
          </p:grpSpPr>
          <p:sp>
            <p:nvSpPr>
              <p:cNvPr id="118" name="Google Shape;118;p1"/>
              <p:cNvSpPr/>
              <p:nvPr/>
            </p:nvSpPr>
            <p:spPr>
              <a:xfrm>
                <a:off x="0" y="0"/>
                <a:ext cx="986193" cy="986193"/>
              </a:xfrm>
              <a:custGeom>
                <a:rect b="b" l="l" r="r" t="t"/>
                <a:pathLst>
                  <a:path extrusionOk="0" h="986193" w="986193">
                    <a:moveTo>
                      <a:pt x="0" y="0"/>
                    </a:moveTo>
                    <a:lnTo>
                      <a:pt x="986193" y="0"/>
                    </a:lnTo>
                    <a:lnTo>
                      <a:pt x="986193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146A9F">
                  <a:alpha val="69804"/>
                </a:srgbClr>
              </a:solidFill>
              <a:ln>
                <a:noFill/>
              </a:ln>
            </p:spPr>
          </p:sp>
          <p:sp>
            <p:nvSpPr>
              <p:cNvPr id="119" name="Google Shape;119;p1"/>
              <p:cNvSpPr txBox="1"/>
              <p:nvPr/>
            </p:nvSpPr>
            <p:spPr>
              <a:xfrm>
                <a:off x="0" y="28575"/>
                <a:ext cx="986193" cy="9576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32300" lIns="32300" spcFirstLastPara="1" rIns="32300" wrap="square" tIns="32300">
                <a:noAutofit/>
              </a:bodyPr>
              <a:lstStyle/>
              <a:p>
                <a:pPr indent="0" lvl="0" marL="0" marR="0" rtl="0" algn="ctr">
                  <a:lnSpc>
                    <a:spcPct val="86888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20" name="Google Shape;120;p1"/>
            <p:cNvGrpSpPr/>
            <p:nvPr/>
          </p:nvGrpSpPr>
          <p:grpSpPr>
            <a:xfrm>
              <a:off x="3175000" y="12700000"/>
              <a:ext cx="6350000" cy="3175000"/>
              <a:chOff x="0" y="0"/>
              <a:chExt cx="1972386" cy="986193"/>
            </a:xfrm>
          </p:grpSpPr>
          <p:sp>
            <p:nvSpPr>
              <p:cNvPr id="121" name="Google Shape;121;p1"/>
              <p:cNvSpPr/>
              <p:nvPr/>
            </p:nvSpPr>
            <p:spPr>
              <a:xfrm>
                <a:off x="0" y="0"/>
                <a:ext cx="1972386" cy="986193"/>
              </a:xfrm>
              <a:custGeom>
                <a:rect b="b" l="l" r="r" t="t"/>
                <a:pathLst>
                  <a:path extrusionOk="0" h="986193" w="1972386">
                    <a:moveTo>
                      <a:pt x="0" y="0"/>
                    </a:moveTo>
                    <a:lnTo>
                      <a:pt x="1972386" y="0"/>
                    </a:lnTo>
                    <a:lnTo>
                      <a:pt x="1972386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BF8D2C">
                  <a:alpha val="69804"/>
                </a:srgbClr>
              </a:solidFill>
              <a:ln>
                <a:noFill/>
              </a:ln>
            </p:spPr>
          </p:sp>
          <p:sp>
            <p:nvSpPr>
              <p:cNvPr id="122" name="Google Shape;122;p1"/>
              <p:cNvSpPr txBox="1"/>
              <p:nvPr/>
            </p:nvSpPr>
            <p:spPr>
              <a:xfrm>
                <a:off x="0" y="28575"/>
                <a:ext cx="1972386" cy="9576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32300" lIns="32300" spcFirstLastPara="1" rIns="32300" wrap="square" tIns="32300">
                <a:noAutofit/>
              </a:bodyPr>
              <a:lstStyle/>
              <a:p>
                <a:pPr indent="0" lvl="0" marL="0" marR="0" rtl="0" algn="ctr">
                  <a:lnSpc>
                    <a:spcPct val="86888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23" name="Google Shape;123;p1"/>
            <p:cNvGrpSpPr/>
            <p:nvPr/>
          </p:nvGrpSpPr>
          <p:grpSpPr>
            <a:xfrm>
              <a:off x="0" y="12700000"/>
              <a:ext cx="3175000" cy="3175000"/>
              <a:chOff x="0" y="0"/>
              <a:chExt cx="986193" cy="986193"/>
            </a:xfrm>
          </p:grpSpPr>
          <p:sp>
            <p:nvSpPr>
              <p:cNvPr id="124" name="Google Shape;124;p1"/>
              <p:cNvSpPr/>
              <p:nvPr/>
            </p:nvSpPr>
            <p:spPr>
              <a:xfrm>
                <a:off x="0" y="0"/>
                <a:ext cx="986193" cy="986193"/>
              </a:xfrm>
              <a:custGeom>
                <a:rect b="b" l="l" r="r" t="t"/>
                <a:pathLst>
                  <a:path extrusionOk="0" h="986193" w="986193">
                    <a:moveTo>
                      <a:pt x="0" y="0"/>
                    </a:moveTo>
                    <a:lnTo>
                      <a:pt x="986193" y="0"/>
                    </a:lnTo>
                    <a:lnTo>
                      <a:pt x="986193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C7212F">
                  <a:alpha val="69804"/>
                </a:srgbClr>
              </a:solidFill>
              <a:ln>
                <a:noFill/>
              </a:ln>
            </p:spPr>
          </p:sp>
          <p:sp>
            <p:nvSpPr>
              <p:cNvPr id="125" name="Google Shape;125;p1"/>
              <p:cNvSpPr txBox="1"/>
              <p:nvPr/>
            </p:nvSpPr>
            <p:spPr>
              <a:xfrm>
                <a:off x="0" y="28575"/>
                <a:ext cx="986193" cy="9576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32300" lIns="32300" spcFirstLastPara="1" rIns="32300" wrap="square" tIns="32300">
                <a:noAutofit/>
              </a:bodyPr>
              <a:lstStyle/>
              <a:p>
                <a:pPr indent="0" lvl="0" marL="0" marR="0" rtl="0" algn="ctr">
                  <a:lnSpc>
                    <a:spcPct val="86888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26" name="Google Shape;126;p1"/>
            <p:cNvGrpSpPr/>
            <p:nvPr/>
          </p:nvGrpSpPr>
          <p:grpSpPr>
            <a:xfrm>
              <a:off x="9525000" y="0"/>
              <a:ext cx="3175000" cy="3175000"/>
              <a:chOff x="0" y="0"/>
              <a:chExt cx="986193" cy="986193"/>
            </a:xfrm>
          </p:grpSpPr>
          <p:sp>
            <p:nvSpPr>
              <p:cNvPr id="127" name="Google Shape;127;p1"/>
              <p:cNvSpPr/>
              <p:nvPr/>
            </p:nvSpPr>
            <p:spPr>
              <a:xfrm>
                <a:off x="0" y="0"/>
                <a:ext cx="986193" cy="986193"/>
              </a:xfrm>
              <a:custGeom>
                <a:rect b="b" l="l" r="r" t="t"/>
                <a:pathLst>
                  <a:path extrusionOk="0" h="986193" w="986193">
                    <a:moveTo>
                      <a:pt x="0" y="0"/>
                    </a:moveTo>
                    <a:lnTo>
                      <a:pt x="986193" y="0"/>
                    </a:lnTo>
                    <a:lnTo>
                      <a:pt x="986193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28BFE6">
                  <a:alpha val="69804"/>
                </a:srgbClr>
              </a:solidFill>
              <a:ln>
                <a:noFill/>
              </a:ln>
            </p:spPr>
          </p:sp>
          <p:sp>
            <p:nvSpPr>
              <p:cNvPr id="128" name="Google Shape;128;p1"/>
              <p:cNvSpPr txBox="1"/>
              <p:nvPr/>
            </p:nvSpPr>
            <p:spPr>
              <a:xfrm>
                <a:off x="0" y="28575"/>
                <a:ext cx="986193" cy="9576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32300" lIns="32300" spcFirstLastPara="1" rIns="32300" wrap="square" tIns="32300">
                <a:noAutofit/>
              </a:bodyPr>
              <a:lstStyle/>
              <a:p>
                <a:pPr indent="0" lvl="0" marL="0" marR="0" rtl="0" algn="ctr">
                  <a:lnSpc>
                    <a:spcPct val="86888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29" name="Google Shape;129;p1"/>
            <p:cNvGrpSpPr/>
            <p:nvPr/>
          </p:nvGrpSpPr>
          <p:grpSpPr>
            <a:xfrm>
              <a:off x="9525000" y="3175000"/>
              <a:ext cx="3175000" cy="3175000"/>
              <a:chOff x="0" y="0"/>
              <a:chExt cx="986193" cy="986193"/>
            </a:xfrm>
          </p:grpSpPr>
          <p:sp>
            <p:nvSpPr>
              <p:cNvPr id="130" name="Google Shape;130;p1"/>
              <p:cNvSpPr/>
              <p:nvPr/>
            </p:nvSpPr>
            <p:spPr>
              <a:xfrm>
                <a:off x="0" y="0"/>
                <a:ext cx="986193" cy="986193"/>
              </a:xfrm>
              <a:custGeom>
                <a:rect b="b" l="l" r="r" t="t"/>
                <a:pathLst>
                  <a:path extrusionOk="0" h="986193" w="986193">
                    <a:moveTo>
                      <a:pt x="0" y="0"/>
                    </a:moveTo>
                    <a:lnTo>
                      <a:pt x="986193" y="0"/>
                    </a:lnTo>
                    <a:lnTo>
                      <a:pt x="986193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BF8D2C">
                  <a:alpha val="69804"/>
                </a:srgbClr>
              </a:solidFill>
              <a:ln>
                <a:noFill/>
              </a:ln>
            </p:spPr>
          </p:sp>
          <p:sp>
            <p:nvSpPr>
              <p:cNvPr id="131" name="Google Shape;131;p1"/>
              <p:cNvSpPr txBox="1"/>
              <p:nvPr/>
            </p:nvSpPr>
            <p:spPr>
              <a:xfrm>
                <a:off x="0" y="28575"/>
                <a:ext cx="986193" cy="9576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32300" lIns="32300" spcFirstLastPara="1" rIns="32300" wrap="square" tIns="32300">
                <a:noAutofit/>
              </a:bodyPr>
              <a:lstStyle/>
              <a:p>
                <a:pPr indent="0" lvl="0" marL="0" marR="0" rtl="0" algn="ctr">
                  <a:lnSpc>
                    <a:spcPct val="86888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32" name="Google Shape;132;p1"/>
            <p:cNvGrpSpPr/>
            <p:nvPr/>
          </p:nvGrpSpPr>
          <p:grpSpPr>
            <a:xfrm>
              <a:off x="9525000" y="9525000"/>
              <a:ext cx="3175000" cy="3175000"/>
              <a:chOff x="0" y="0"/>
              <a:chExt cx="986193" cy="986193"/>
            </a:xfrm>
          </p:grpSpPr>
          <p:sp>
            <p:nvSpPr>
              <p:cNvPr id="133" name="Google Shape;133;p1"/>
              <p:cNvSpPr/>
              <p:nvPr/>
            </p:nvSpPr>
            <p:spPr>
              <a:xfrm>
                <a:off x="0" y="0"/>
                <a:ext cx="986193" cy="986193"/>
              </a:xfrm>
              <a:custGeom>
                <a:rect b="b" l="l" r="r" t="t"/>
                <a:pathLst>
                  <a:path extrusionOk="0" h="986193" w="986193">
                    <a:moveTo>
                      <a:pt x="0" y="0"/>
                    </a:moveTo>
                    <a:lnTo>
                      <a:pt x="986193" y="0"/>
                    </a:lnTo>
                    <a:lnTo>
                      <a:pt x="986193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4BA146">
                  <a:alpha val="69804"/>
                </a:srgbClr>
              </a:solidFill>
              <a:ln>
                <a:noFill/>
              </a:ln>
            </p:spPr>
          </p:sp>
          <p:sp>
            <p:nvSpPr>
              <p:cNvPr id="134" name="Google Shape;134;p1"/>
              <p:cNvSpPr txBox="1"/>
              <p:nvPr/>
            </p:nvSpPr>
            <p:spPr>
              <a:xfrm>
                <a:off x="0" y="28575"/>
                <a:ext cx="986193" cy="9576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32300" lIns="32300" spcFirstLastPara="1" rIns="32300" wrap="square" tIns="32300">
                <a:noAutofit/>
              </a:bodyPr>
              <a:lstStyle/>
              <a:p>
                <a:pPr indent="0" lvl="0" marL="0" marR="0" rtl="0" algn="ctr">
                  <a:lnSpc>
                    <a:spcPct val="86888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35" name="Google Shape;135;p1"/>
            <p:cNvGrpSpPr/>
            <p:nvPr/>
          </p:nvGrpSpPr>
          <p:grpSpPr>
            <a:xfrm>
              <a:off x="9525000" y="12700000"/>
              <a:ext cx="3175000" cy="3175000"/>
              <a:chOff x="0" y="0"/>
              <a:chExt cx="986193" cy="986193"/>
            </a:xfrm>
          </p:grpSpPr>
          <p:sp>
            <p:nvSpPr>
              <p:cNvPr id="136" name="Google Shape;136;p1"/>
              <p:cNvSpPr/>
              <p:nvPr/>
            </p:nvSpPr>
            <p:spPr>
              <a:xfrm>
                <a:off x="0" y="0"/>
                <a:ext cx="986193" cy="986193"/>
              </a:xfrm>
              <a:custGeom>
                <a:rect b="b" l="l" r="r" t="t"/>
                <a:pathLst>
                  <a:path extrusionOk="0" h="986193" w="986193">
                    <a:moveTo>
                      <a:pt x="0" y="0"/>
                    </a:moveTo>
                    <a:lnTo>
                      <a:pt x="986193" y="0"/>
                    </a:lnTo>
                    <a:lnTo>
                      <a:pt x="986193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DD1767">
                  <a:alpha val="69804"/>
                </a:srgbClr>
              </a:solidFill>
              <a:ln>
                <a:noFill/>
              </a:ln>
            </p:spPr>
          </p:sp>
          <p:sp>
            <p:nvSpPr>
              <p:cNvPr id="137" name="Google Shape;137;p1"/>
              <p:cNvSpPr txBox="1"/>
              <p:nvPr/>
            </p:nvSpPr>
            <p:spPr>
              <a:xfrm>
                <a:off x="0" y="28575"/>
                <a:ext cx="986193" cy="9576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32300" lIns="32300" spcFirstLastPara="1" rIns="32300" wrap="square" tIns="32300">
                <a:noAutofit/>
              </a:bodyPr>
              <a:lstStyle/>
              <a:p>
                <a:pPr indent="0" lvl="0" marL="0" marR="0" rtl="0" algn="ctr">
                  <a:lnSpc>
                    <a:spcPct val="86888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38" name="Google Shape;138;p1"/>
            <p:cNvGrpSpPr/>
            <p:nvPr/>
          </p:nvGrpSpPr>
          <p:grpSpPr>
            <a:xfrm>
              <a:off x="9525000" y="6350000"/>
              <a:ext cx="3175000" cy="3175000"/>
              <a:chOff x="0" y="0"/>
              <a:chExt cx="986193" cy="986193"/>
            </a:xfrm>
          </p:grpSpPr>
          <p:sp>
            <p:nvSpPr>
              <p:cNvPr id="139" name="Google Shape;139;p1"/>
              <p:cNvSpPr/>
              <p:nvPr/>
            </p:nvSpPr>
            <p:spPr>
              <a:xfrm>
                <a:off x="0" y="0"/>
                <a:ext cx="986193" cy="986193"/>
              </a:xfrm>
              <a:custGeom>
                <a:rect b="b" l="l" r="r" t="t"/>
                <a:pathLst>
                  <a:path extrusionOk="0" h="986193" w="986193">
                    <a:moveTo>
                      <a:pt x="0" y="0"/>
                    </a:moveTo>
                    <a:lnTo>
                      <a:pt x="986193" y="0"/>
                    </a:lnTo>
                    <a:lnTo>
                      <a:pt x="986193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EE402D">
                  <a:alpha val="69804"/>
                </a:srgbClr>
              </a:solidFill>
              <a:ln>
                <a:noFill/>
              </a:ln>
            </p:spPr>
          </p:sp>
          <p:sp>
            <p:nvSpPr>
              <p:cNvPr id="140" name="Google Shape;140;p1"/>
              <p:cNvSpPr txBox="1"/>
              <p:nvPr/>
            </p:nvSpPr>
            <p:spPr>
              <a:xfrm>
                <a:off x="0" y="28575"/>
                <a:ext cx="986193" cy="9576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32300" lIns="32300" spcFirstLastPara="1" rIns="32300" wrap="square" tIns="32300">
                <a:noAutofit/>
              </a:bodyPr>
              <a:lstStyle/>
              <a:p>
                <a:pPr indent="0" lvl="0" marL="0" marR="0" rtl="0" algn="ctr">
                  <a:lnSpc>
                    <a:spcPct val="86888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141" name="Google Shape;141;p1"/>
          <p:cNvSpPr/>
          <p:nvPr/>
        </p:nvSpPr>
        <p:spPr>
          <a:xfrm>
            <a:off x="213008" y="131350"/>
            <a:ext cx="2896913" cy="2896913"/>
          </a:xfrm>
          <a:custGeom>
            <a:rect b="b" l="l" r="r" t="t"/>
            <a:pathLst>
              <a:path extrusionOk="0" h="2896913" w="2896913">
                <a:moveTo>
                  <a:pt x="0" y="0"/>
                </a:moveTo>
                <a:lnTo>
                  <a:pt x="2896912" y="0"/>
                </a:lnTo>
                <a:lnTo>
                  <a:pt x="2896912" y="2896913"/>
                </a:lnTo>
                <a:lnTo>
                  <a:pt x="0" y="289691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2" name="Google Shape;142;p1"/>
          <p:cNvSpPr txBox="1"/>
          <p:nvPr/>
        </p:nvSpPr>
        <p:spPr>
          <a:xfrm>
            <a:off x="9956641" y="5333872"/>
            <a:ext cx="7578433" cy="10210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91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Nome do(s) autor(es) / Melaine Borges Alves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691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91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                                   Patricia de Cassia Lemes M.L</a:t>
            </a:r>
            <a:endParaRPr/>
          </a:p>
        </p:txBody>
      </p:sp>
      <p:sp>
        <p:nvSpPr>
          <p:cNvPr id="143" name="Google Shape;143;p1"/>
          <p:cNvSpPr txBox="1"/>
          <p:nvPr/>
        </p:nvSpPr>
        <p:spPr>
          <a:xfrm>
            <a:off x="10320665" y="946309"/>
            <a:ext cx="6208500" cy="17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624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rPr>
              <a:t>BEETECH – SALVE AS ABELHAS</a:t>
            </a:r>
            <a:endParaRPr sz="2300"/>
          </a:p>
        </p:txBody>
      </p:sp>
      <p:sp>
        <p:nvSpPr>
          <p:cNvPr id="144" name="Google Shape;144;p1"/>
          <p:cNvSpPr txBox="1"/>
          <p:nvPr/>
        </p:nvSpPr>
        <p:spPr>
          <a:xfrm>
            <a:off x="10119999" y="6830235"/>
            <a:ext cx="7415075" cy="13337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33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Nome orientador / Lauriana Paludo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633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33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                             Fabricio Loreni da Silva Cerutti.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633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1F1F0"/>
        </a:solidFill>
      </p:bgPr>
    </p:bg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9" name="Google Shape;149;p2"/>
          <p:cNvGrpSpPr/>
          <p:nvPr/>
        </p:nvGrpSpPr>
        <p:grpSpPr>
          <a:xfrm>
            <a:off x="-873192" y="390548"/>
            <a:ext cx="9898309" cy="686083"/>
            <a:chOff x="0" y="45834"/>
            <a:chExt cx="13197745" cy="914777"/>
          </a:xfrm>
        </p:grpSpPr>
        <p:sp>
          <p:nvSpPr>
            <p:cNvPr id="150" name="Google Shape;150;p2"/>
            <p:cNvSpPr/>
            <p:nvPr/>
          </p:nvSpPr>
          <p:spPr>
            <a:xfrm>
              <a:off x="0" y="138598"/>
              <a:ext cx="16799" cy="3776"/>
            </a:xfrm>
            <a:custGeom>
              <a:rect b="b" l="l" r="r" t="t"/>
              <a:pathLst>
                <a:path extrusionOk="0" h="8763" w="38989">
                  <a:moveTo>
                    <a:pt x="0" y="0"/>
                  </a:moveTo>
                  <a:lnTo>
                    <a:pt x="38989" y="0"/>
                  </a:lnTo>
                  <a:lnTo>
                    <a:pt x="38989" y="8763"/>
                  </a:lnTo>
                  <a:lnTo>
                    <a:pt x="0" y="876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2D050"/>
            </a:solidFill>
            <a:ln cap="sq" cmpd="sng" w="25550">
              <a:solidFill>
                <a:srgbClr val="92D050"/>
              </a:solidFill>
              <a:prstDash val="solid"/>
              <a:miter lim="8000"/>
              <a:headEnd len="sm" w="sm" type="none"/>
              <a:tailEnd len="sm" w="sm" type="none"/>
            </a:ln>
          </p:spPr>
        </p:sp>
        <p:grpSp>
          <p:nvGrpSpPr>
            <p:cNvPr id="151" name="Google Shape;151;p2"/>
            <p:cNvGrpSpPr/>
            <p:nvPr/>
          </p:nvGrpSpPr>
          <p:grpSpPr>
            <a:xfrm>
              <a:off x="9141893" y="45834"/>
              <a:ext cx="4055852" cy="841453"/>
              <a:chOff x="0" y="-57150"/>
              <a:chExt cx="2739324" cy="568318"/>
            </a:xfrm>
          </p:grpSpPr>
          <p:sp>
            <p:nvSpPr>
              <p:cNvPr id="152" name="Google Shape;152;p2"/>
              <p:cNvSpPr/>
              <p:nvPr/>
            </p:nvSpPr>
            <p:spPr>
              <a:xfrm>
                <a:off x="0" y="0"/>
                <a:ext cx="2739324" cy="511168"/>
              </a:xfrm>
              <a:custGeom>
                <a:rect b="b" l="l" r="r" t="t"/>
                <a:pathLst>
                  <a:path extrusionOk="0" h="511168" w="2739324">
                    <a:moveTo>
                      <a:pt x="0" y="0"/>
                    </a:moveTo>
                    <a:lnTo>
                      <a:pt x="2739324" y="0"/>
                    </a:lnTo>
                    <a:lnTo>
                      <a:pt x="2739324" y="511168"/>
                    </a:lnTo>
                    <a:lnTo>
                      <a:pt x="0" y="511168"/>
                    </a:lnTo>
                    <a:close/>
                  </a:path>
                </a:pathLst>
              </a:custGeom>
              <a:solidFill>
                <a:srgbClr val="0AA041">
                  <a:alpha val="80000"/>
                </a:srgbClr>
              </a:solidFill>
              <a:ln>
                <a:noFill/>
              </a:ln>
            </p:spPr>
          </p:sp>
          <p:sp>
            <p:nvSpPr>
              <p:cNvPr id="153" name="Google Shape;153;p2"/>
              <p:cNvSpPr txBox="1"/>
              <p:nvPr/>
            </p:nvSpPr>
            <p:spPr>
              <a:xfrm>
                <a:off x="0" y="-57150"/>
                <a:ext cx="2739324" cy="5683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8000" lIns="8000" spcFirstLastPara="1" rIns="8000" wrap="square" tIns="8000">
                <a:noAutofit/>
              </a:bodyPr>
              <a:lstStyle/>
              <a:p>
                <a:pPr indent="0" lvl="0" marL="0" marR="0" rtl="0" algn="r">
                  <a:lnSpc>
                    <a:spcPct val="248444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54" name="Google Shape;154;p2"/>
            <p:cNvSpPr txBox="1"/>
            <p:nvPr/>
          </p:nvSpPr>
          <p:spPr>
            <a:xfrm>
              <a:off x="9141893" y="103486"/>
              <a:ext cx="3614136" cy="78380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4299" u="none" cap="none" strike="noStrike">
                  <a:solidFill>
                    <a:srgbClr val="000000"/>
                  </a:solidFill>
                  <a:latin typeface="Lato Black"/>
                  <a:ea typeface="Lato Black"/>
                  <a:cs typeface="Lato Black"/>
                  <a:sym typeface="Lato Black"/>
                </a:rPr>
                <a:t>Tecnologia</a:t>
              </a:r>
              <a:endParaRPr/>
            </a:p>
          </p:txBody>
        </p:sp>
        <p:sp>
          <p:nvSpPr>
            <p:cNvPr id="155" name="Google Shape;155;p2"/>
            <p:cNvSpPr txBox="1"/>
            <p:nvPr/>
          </p:nvSpPr>
          <p:spPr>
            <a:xfrm>
              <a:off x="8957618" y="76200"/>
              <a:ext cx="3783172" cy="79722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4300" u="none" cap="none" strike="noStrike">
                  <a:solidFill>
                    <a:srgbClr val="FFFFFF"/>
                  </a:solidFill>
                  <a:latin typeface="Lato Black"/>
                  <a:ea typeface="Lato Black"/>
                  <a:cs typeface="Lato Black"/>
                  <a:sym typeface="Lato Black"/>
                </a:rPr>
                <a:t>Tecnologia</a:t>
              </a:r>
              <a:endParaRPr/>
            </a:p>
          </p:txBody>
        </p:sp>
        <p:grpSp>
          <p:nvGrpSpPr>
            <p:cNvPr id="156" name="Google Shape;156;p2"/>
            <p:cNvGrpSpPr/>
            <p:nvPr/>
          </p:nvGrpSpPr>
          <p:grpSpPr>
            <a:xfrm>
              <a:off x="2079630" y="47552"/>
              <a:ext cx="1250657" cy="793022"/>
              <a:chOff x="0" y="-57150"/>
              <a:chExt cx="796585" cy="505102"/>
            </a:xfrm>
          </p:grpSpPr>
          <p:sp>
            <p:nvSpPr>
              <p:cNvPr id="157" name="Google Shape;157;p2"/>
              <p:cNvSpPr/>
              <p:nvPr/>
            </p:nvSpPr>
            <p:spPr>
              <a:xfrm>
                <a:off x="0" y="0"/>
                <a:ext cx="796585" cy="447952"/>
              </a:xfrm>
              <a:custGeom>
                <a:rect b="b" l="l" r="r" t="t"/>
                <a:pathLst>
                  <a:path extrusionOk="0" h="447952" w="796585">
                    <a:moveTo>
                      <a:pt x="0" y="0"/>
                    </a:moveTo>
                    <a:lnTo>
                      <a:pt x="796585" y="0"/>
                    </a:lnTo>
                    <a:lnTo>
                      <a:pt x="796585" y="447952"/>
                    </a:lnTo>
                    <a:lnTo>
                      <a:pt x="0" y="447952"/>
                    </a:lnTo>
                    <a:close/>
                  </a:path>
                </a:pathLst>
              </a:custGeom>
              <a:solidFill>
                <a:srgbClr val="0198C5">
                  <a:alpha val="80000"/>
                </a:srgbClr>
              </a:solidFill>
              <a:ln>
                <a:noFill/>
              </a:ln>
            </p:spPr>
          </p:sp>
          <p:sp>
            <p:nvSpPr>
              <p:cNvPr id="158" name="Google Shape;158;p2"/>
              <p:cNvSpPr txBox="1"/>
              <p:nvPr/>
            </p:nvSpPr>
            <p:spPr>
              <a:xfrm>
                <a:off x="0" y="-57150"/>
                <a:ext cx="796585" cy="5051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425" lIns="9425" spcFirstLastPara="1" rIns="9425" wrap="square" tIns="9425">
                <a:noAutofit/>
              </a:bodyPr>
              <a:lstStyle/>
              <a:p>
                <a:pPr indent="0" lvl="0" marL="0" marR="0" rtl="0" algn="ctr">
                  <a:lnSpc>
                    <a:spcPct val="248499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59" name="Google Shape;159;p2"/>
            <p:cNvSpPr txBox="1"/>
            <p:nvPr/>
          </p:nvSpPr>
          <p:spPr>
            <a:xfrm>
              <a:off x="1819656" y="93442"/>
              <a:ext cx="2315145" cy="86716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4651" u="none" cap="none" strike="noStrike">
                  <a:solidFill>
                    <a:srgbClr val="000000"/>
                  </a:solidFill>
                  <a:latin typeface="Lato Black"/>
                  <a:ea typeface="Lato Black"/>
                  <a:cs typeface="Lato Black"/>
                  <a:sym typeface="Lato Black"/>
                </a:rPr>
                <a:t>VI </a:t>
              </a:r>
              <a:endParaRPr/>
            </a:p>
          </p:txBody>
        </p:sp>
        <p:sp>
          <p:nvSpPr>
            <p:cNvPr id="160" name="Google Shape;160;p2"/>
            <p:cNvSpPr txBox="1"/>
            <p:nvPr/>
          </p:nvSpPr>
          <p:spPr>
            <a:xfrm>
              <a:off x="1799404" y="76200"/>
              <a:ext cx="2315145" cy="86718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4651" u="none" cap="none" strike="noStrike">
                  <a:solidFill>
                    <a:srgbClr val="FFFFFF"/>
                  </a:solidFill>
                  <a:latin typeface="Lato Black"/>
                  <a:ea typeface="Lato Black"/>
                  <a:cs typeface="Lato Black"/>
                  <a:sym typeface="Lato Black"/>
                </a:rPr>
                <a:t>VI </a:t>
              </a:r>
              <a:endParaRPr/>
            </a:p>
          </p:txBody>
        </p:sp>
        <p:sp>
          <p:nvSpPr>
            <p:cNvPr id="161" name="Google Shape;161;p2"/>
            <p:cNvSpPr txBox="1"/>
            <p:nvPr/>
          </p:nvSpPr>
          <p:spPr>
            <a:xfrm>
              <a:off x="3389960" y="231339"/>
              <a:ext cx="5680898" cy="60923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3238" u="none" cap="none" strike="noStrike">
                  <a:solidFill>
                    <a:srgbClr val="000000"/>
                  </a:solidFill>
                  <a:latin typeface="Lato Black"/>
                  <a:ea typeface="Lato Black"/>
                  <a:cs typeface="Lato Black"/>
                  <a:sym typeface="Lato Black"/>
                </a:rPr>
                <a:t>Seminário de Ciência e</a:t>
              </a:r>
              <a:endParaRPr/>
            </a:p>
          </p:txBody>
        </p:sp>
      </p:grpSp>
      <p:sp>
        <p:nvSpPr>
          <p:cNvPr id="162" name="Google Shape;162;p2"/>
          <p:cNvSpPr/>
          <p:nvPr/>
        </p:nvSpPr>
        <p:spPr>
          <a:xfrm>
            <a:off x="13884162" y="8479814"/>
            <a:ext cx="3956548" cy="1092996"/>
          </a:xfrm>
          <a:custGeom>
            <a:rect b="b" l="l" r="r" t="t"/>
            <a:pathLst>
              <a:path extrusionOk="0" h="1092996" w="3956548">
                <a:moveTo>
                  <a:pt x="0" y="0"/>
                </a:moveTo>
                <a:lnTo>
                  <a:pt x="3956548" y="0"/>
                </a:lnTo>
                <a:lnTo>
                  <a:pt x="3956548" y="1092996"/>
                </a:lnTo>
                <a:lnTo>
                  <a:pt x="0" y="109299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63" name="Google Shape;163;p2"/>
          <p:cNvGrpSpPr/>
          <p:nvPr/>
        </p:nvGrpSpPr>
        <p:grpSpPr>
          <a:xfrm>
            <a:off x="0" y="9936452"/>
            <a:ext cx="9525000" cy="11906250"/>
            <a:chOff x="0" y="0"/>
            <a:chExt cx="12700000" cy="15875000"/>
          </a:xfrm>
        </p:grpSpPr>
        <p:grpSp>
          <p:nvGrpSpPr>
            <p:cNvPr id="164" name="Google Shape;164;p2"/>
            <p:cNvGrpSpPr/>
            <p:nvPr/>
          </p:nvGrpSpPr>
          <p:grpSpPr>
            <a:xfrm>
              <a:off x="0" y="0"/>
              <a:ext cx="6350000" cy="3175000"/>
              <a:chOff x="0" y="0"/>
              <a:chExt cx="1972386" cy="986193"/>
            </a:xfrm>
          </p:grpSpPr>
          <p:sp>
            <p:nvSpPr>
              <p:cNvPr id="165" name="Google Shape;165;p2"/>
              <p:cNvSpPr/>
              <p:nvPr/>
            </p:nvSpPr>
            <p:spPr>
              <a:xfrm>
                <a:off x="0" y="0"/>
                <a:ext cx="1972386" cy="986193"/>
              </a:xfrm>
              <a:custGeom>
                <a:rect b="b" l="l" r="r" t="t"/>
                <a:pathLst>
                  <a:path extrusionOk="0" h="986193" w="1972386">
                    <a:moveTo>
                      <a:pt x="0" y="0"/>
                    </a:moveTo>
                    <a:lnTo>
                      <a:pt x="1972386" y="0"/>
                    </a:lnTo>
                    <a:lnTo>
                      <a:pt x="1972386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DDA73A">
                  <a:alpha val="69804"/>
                </a:srgbClr>
              </a:solidFill>
              <a:ln>
                <a:noFill/>
              </a:ln>
            </p:spPr>
          </p:sp>
          <p:sp>
            <p:nvSpPr>
              <p:cNvPr id="166" name="Google Shape;166;p2"/>
              <p:cNvSpPr txBox="1"/>
              <p:nvPr/>
            </p:nvSpPr>
            <p:spPr>
              <a:xfrm>
                <a:off x="0" y="28575"/>
                <a:ext cx="1972386" cy="9576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32300" lIns="32300" spcFirstLastPara="1" rIns="32300" wrap="square" tIns="32300">
                <a:noAutofit/>
              </a:bodyPr>
              <a:lstStyle/>
              <a:p>
                <a:pPr indent="0" lvl="0" marL="0" marR="0" rtl="0" algn="ctr">
                  <a:lnSpc>
                    <a:spcPct val="86888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67" name="Google Shape;167;p2"/>
            <p:cNvGrpSpPr/>
            <p:nvPr/>
          </p:nvGrpSpPr>
          <p:grpSpPr>
            <a:xfrm>
              <a:off x="0" y="3175000"/>
              <a:ext cx="3175000" cy="3175000"/>
              <a:chOff x="0" y="0"/>
              <a:chExt cx="986193" cy="986193"/>
            </a:xfrm>
          </p:grpSpPr>
          <p:sp>
            <p:nvSpPr>
              <p:cNvPr id="168" name="Google Shape;168;p2"/>
              <p:cNvSpPr/>
              <p:nvPr/>
            </p:nvSpPr>
            <p:spPr>
              <a:xfrm>
                <a:off x="0" y="0"/>
                <a:ext cx="986193" cy="986193"/>
              </a:xfrm>
              <a:custGeom>
                <a:rect b="b" l="l" r="r" t="t"/>
                <a:pathLst>
                  <a:path extrusionOk="0" h="986193" w="986193">
                    <a:moveTo>
                      <a:pt x="0" y="0"/>
                    </a:moveTo>
                    <a:lnTo>
                      <a:pt x="986193" y="0"/>
                    </a:lnTo>
                    <a:lnTo>
                      <a:pt x="986193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EE402D">
                  <a:alpha val="69804"/>
                </a:srgbClr>
              </a:solidFill>
              <a:ln>
                <a:noFill/>
              </a:ln>
            </p:spPr>
          </p:sp>
          <p:sp>
            <p:nvSpPr>
              <p:cNvPr id="169" name="Google Shape;169;p2"/>
              <p:cNvSpPr txBox="1"/>
              <p:nvPr/>
            </p:nvSpPr>
            <p:spPr>
              <a:xfrm>
                <a:off x="0" y="28575"/>
                <a:ext cx="986193" cy="9576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32300" lIns="32300" spcFirstLastPara="1" rIns="32300" wrap="square" tIns="32300">
                <a:noAutofit/>
              </a:bodyPr>
              <a:lstStyle/>
              <a:p>
                <a:pPr indent="0" lvl="0" marL="0" marR="0" rtl="0" algn="ctr">
                  <a:lnSpc>
                    <a:spcPct val="86888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70" name="Google Shape;170;p2"/>
            <p:cNvGrpSpPr/>
            <p:nvPr/>
          </p:nvGrpSpPr>
          <p:grpSpPr>
            <a:xfrm>
              <a:off x="0" y="6350000"/>
              <a:ext cx="3175000" cy="3175000"/>
              <a:chOff x="0" y="0"/>
              <a:chExt cx="986193" cy="986193"/>
            </a:xfrm>
          </p:grpSpPr>
          <p:sp>
            <p:nvSpPr>
              <p:cNvPr id="171" name="Google Shape;171;p2"/>
              <p:cNvSpPr/>
              <p:nvPr/>
            </p:nvSpPr>
            <p:spPr>
              <a:xfrm>
                <a:off x="0" y="0"/>
                <a:ext cx="986193" cy="986193"/>
              </a:xfrm>
              <a:custGeom>
                <a:rect b="b" l="l" r="r" t="t"/>
                <a:pathLst>
                  <a:path extrusionOk="0" h="986193" w="986193">
                    <a:moveTo>
                      <a:pt x="0" y="0"/>
                    </a:moveTo>
                    <a:lnTo>
                      <a:pt x="986193" y="0"/>
                    </a:lnTo>
                    <a:lnTo>
                      <a:pt x="986193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28BFE6">
                  <a:alpha val="69804"/>
                </a:srgbClr>
              </a:solidFill>
              <a:ln>
                <a:noFill/>
              </a:ln>
            </p:spPr>
          </p:sp>
          <p:sp>
            <p:nvSpPr>
              <p:cNvPr id="172" name="Google Shape;172;p2"/>
              <p:cNvSpPr txBox="1"/>
              <p:nvPr/>
            </p:nvSpPr>
            <p:spPr>
              <a:xfrm>
                <a:off x="0" y="28575"/>
                <a:ext cx="986193" cy="9576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32300" lIns="32300" spcFirstLastPara="1" rIns="32300" wrap="square" tIns="32300">
                <a:noAutofit/>
              </a:bodyPr>
              <a:lstStyle/>
              <a:p>
                <a:pPr indent="0" lvl="0" marL="0" marR="0" rtl="0" algn="ctr">
                  <a:lnSpc>
                    <a:spcPct val="86888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73" name="Google Shape;173;p2"/>
            <p:cNvGrpSpPr/>
            <p:nvPr/>
          </p:nvGrpSpPr>
          <p:grpSpPr>
            <a:xfrm>
              <a:off x="6350000" y="0"/>
              <a:ext cx="3175000" cy="3175000"/>
              <a:chOff x="0" y="0"/>
              <a:chExt cx="986193" cy="986193"/>
            </a:xfrm>
          </p:grpSpPr>
          <p:sp>
            <p:nvSpPr>
              <p:cNvPr id="174" name="Google Shape;174;p2"/>
              <p:cNvSpPr/>
              <p:nvPr/>
            </p:nvSpPr>
            <p:spPr>
              <a:xfrm>
                <a:off x="0" y="0"/>
                <a:ext cx="986193" cy="986193"/>
              </a:xfrm>
              <a:custGeom>
                <a:rect b="b" l="l" r="r" t="t"/>
                <a:pathLst>
                  <a:path extrusionOk="0" h="986193" w="986193">
                    <a:moveTo>
                      <a:pt x="0" y="0"/>
                    </a:moveTo>
                    <a:lnTo>
                      <a:pt x="986193" y="0"/>
                    </a:lnTo>
                    <a:lnTo>
                      <a:pt x="986193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4BA146">
                  <a:alpha val="69804"/>
                </a:srgbClr>
              </a:solidFill>
              <a:ln>
                <a:noFill/>
              </a:ln>
            </p:spPr>
          </p:sp>
          <p:sp>
            <p:nvSpPr>
              <p:cNvPr id="175" name="Google Shape;175;p2"/>
              <p:cNvSpPr txBox="1"/>
              <p:nvPr/>
            </p:nvSpPr>
            <p:spPr>
              <a:xfrm>
                <a:off x="0" y="28575"/>
                <a:ext cx="986193" cy="9576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32300" lIns="32300" spcFirstLastPara="1" rIns="32300" wrap="square" tIns="32300">
                <a:noAutofit/>
              </a:bodyPr>
              <a:lstStyle/>
              <a:p>
                <a:pPr indent="0" lvl="0" marL="0" marR="0" rtl="0" algn="ctr">
                  <a:lnSpc>
                    <a:spcPct val="86888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76" name="Google Shape;176;p2"/>
            <p:cNvGrpSpPr/>
            <p:nvPr/>
          </p:nvGrpSpPr>
          <p:grpSpPr>
            <a:xfrm>
              <a:off x="3175000" y="3175000"/>
              <a:ext cx="3175000" cy="3175000"/>
              <a:chOff x="0" y="0"/>
              <a:chExt cx="986193" cy="986193"/>
            </a:xfrm>
          </p:grpSpPr>
          <p:sp>
            <p:nvSpPr>
              <p:cNvPr id="177" name="Google Shape;177;p2"/>
              <p:cNvSpPr/>
              <p:nvPr/>
            </p:nvSpPr>
            <p:spPr>
              <a:xfrm>
                <a:off x="0" y="0"/>
                <a:ext cx="986193" cy="986193"/>
              </a:xfrm>
              <a:custGeom>
                <a:rect b="b" l="l" r="r" t="t"/>
                <a:pathLst>
                  <a:path extrusionOk="0" h="986193" w="986193">
                    <a:moveTo>
                      <a:pt x="0" y="0"/>
                    </a:moveTo>
                    <a:lnTo>
                      <a:pt x="986193" y="0"/>
                    </a:lnTo>
                    <a:lnTo>
                      <a:pt x="986193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A31C44">
                  <a:alpha val="69804"/>
                </a:srgbClr>
              </a:solidFill>
              <a:ln>
                <a:noFill/>
              </a:ln>
            </p:spPr>
          </p:sp>
          <p:sp>
            <p:nvSpPr>
              <p:cNvPr id="178" name="Google Shape;178;p2"/>
              <p:cNvSpPr txBox="1"/>
              <p:nvPr/>
            </p:nvSpPr>
            <p:spPr>
              <a:xfrm>
                <a:off x="0" y="28575"/>
                <a:ext cx="986193" cy="9576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32300" lIns="32300" spcFirstLastPara="1" rIns="32300" wrap="square" tIns="32300">
                <a:noAutofit/>
              </a:bodyPr>
              <a:lstStyle/>
              <a:p>
                <a:pPr indent="0" lvl="0" marL="0" marR="0" rtl="0" algn="ctr">
                  <a:lnSpc>
                    <a:spcPct val="86888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79" name="Google Shape;179;p2"/>
            <p:cNvGrpSpPr/>
            <p:nvPr/>
          </p:nvGrpSpPr>
          <p:grpSpPr>
            <a:xfrm rot="5400000">
              <a:off x="1587500" y="7937500"/>
              <a:ext cx="6350000" cy="3175000"/>
              <a:chOff x="0" y="0"/>
              <a:chExt cx="1972386" cy="986193"/>
            </a:xfrm>
          </p:grpSpPr>
          <p:sp>
            <p:nvSpPr>
              <p:cNvPr id="180" name="Google Shape;180;p2"/>
              <p:cNvSpPr/>
              <p:nvPr/>
            </p:nvSpPr>
            <p:spPr>
              <a:xfrm>
                <a:off x="0" y="0"/>
                <a:ext cx="1972386" cy="986193"/>
              </a:xfrm>
              <a:custGeom>
                <a:rect b="b" l="l" r="r" t="t"/>
                <a:pathLst>
                  <a:path extrusionOk="0" h="986193" w="1972386">
                    <a:moveTo>
                      <a:pt x="0" y="0"/>
                    </a:moveTo>
                    <a:lnTo>
                      <a:pt x="1972386" y="0"/>
                    </a:lnTo>
                    <a:lnTo>
                      <a:pt x="1972386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59BA47">
                  <a:alpha val="69804"/>
                </a:srgbClr>
              </a:solidFill>
              <a:ln>
                <a:noFill/>
              </a:ln>
            </p:spPr>
          </p:sp>
          <p:sp>
            <p:nvSpPr>
              <p:cNvPr id="181" name="Google Shape;181;p2"/>
              <p:cNvSpPr txBox="1"/>
              <p:nvPr/>
            </p:nvSpPr>
            <p:spPr>
              <a:xfrm>
                <a:off x="0" y="28575"/>
                <a:ext cx="1972386" cy="9576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32300" lIns="32300" spcFirstLastPara="1" rIns="32300" wrap="square" tIns="32300">
                <a:noAutofit/>
              </a:bodyPr>
              <a:lstStyle/>
              <a:p>
                <a:pPr indent="0" lvl="0" marL="0" marR="0" rtl="0" algn="ctr">
                  <a:lnSpc>
                    <a:spcPct val="86888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82" name="Google Shape;182;p2"/>
            <p:cNvGrpSpPr/>
            <p:nvPr/>
          </p:nvGrpSpPr>
          <p:grpSpPr>
            <a:xfrm>
              <a:off x="6350000" y="3175000"/>
              <a:ext cx="3175000" cy="3175000"/>
              <a:chOff x="0" y="0"/>
              <a:chExt cx="986193" cy="986193"/>
            </a:xfrm>
          </p:grpSpPr>
          <p:sp>
            <p:nvSpPr>
              <p:cNvPr id="183" name="Google Shape;183;p2"/>
              <p:cNvSpPr/>
              <p:nvPr/>
            </p:nvSpPr>
            <p:spPr>
              <a:xfrm>
                <a:off x="0" y="0"/>
                <a:ext cx="986193" cy="986193"/>
              </a:xfrm>
              <a:custGeom>
                <a:rect b="b" l="l" r="r" t="t"/>
                <a:pathLst>
                  <a:path extrusionOk="0" h="986193" w="986193">
                    <a:moveTo>
                      <a:pt x="0" y="0"/>
                    </a:moveTo>
                    <a:lnTo>
                      <a:pt x="986193" y="0"/>
                    </a:lnTo>
                    <a:lnTo>
                      <a:pt x="986193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14496A">
                  <a:alpha val="69804"/>
                </a:srgbClr>
              </a:solidFill>
              <a:ln>
                <a:noFill/>
              </a:ln>
            </p:spPr>
          </p:sp>
          <p:sp>
            <p:nvSpPr>
              <p:cNvPr id="184" name="Google Shape;184;p2"/>
              <p:cNvSpPr txBox="1"/>
              <p:nvPr/>
            </p:nvSpPr>
            <p:spPr>
              <a:xfrm>
                <a:off x="0" y="28575"/>
                <a:ext cx="986193" cy="9576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32300" lIns="32300" spcFirstLastPara="1" rIns="32300" wrap="square" tIns="32300">
                <a:noAutofit/>
              </a:bodyPr>
              <a:lstStyle/>
              <a:p>
                <a:pPr indent="0" lvl="0" marL="0" marR="0" rtl="0" algn="ctr">
                  <a:lnSpc>
                    <a:spcPct val="86888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85" name="Google Shape;185;p2"/>
            <p:cNvGrpSpPr/>
            <p:nvPr/>
          </p:nvGrpSpPr>
          <p:grpSpPr>
            <a:xfrm>
              <a:off x="6350000" y="6350000"/>
              <a:ext cx="3175000" cy="3175000"/>
              <a:chOff x="0" y="0"/>
              <a:chExt cx="986193" cy="986193"/>
            </a:xfrm>
          </p:grpSpPr>
          <p:sp>
            <p:nvSpPr>
              <p:cNvPr id="186" name="Google Shape;186;p2"/>
              <p:cNvSpPr/>
              <p:nvPr/>
            </p:nvSpPr>
            <p:spPr>
              <a:xfrm>
                <a:off x="0" y="0"/>
                <a:ext cx="986193" cy="986193"/>
              </a:xfrm>
              <a:custGeom>
                <a:rect b="b" l="l" r="r" t="t"/>
                <a:pathLst>
                  <a:path extrusionOk="0" h="986193" w="986193">
                    <a:moveTo>
                      <a:pt x="0" y="0"/>
                    </a:moveTo>
                    <a:lnTo>
                      <a:pt x="986193" y="0"/>
                    </a:lnTo>
                    <a:lnTo>
                      <a:pt x="986193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DD1767">
                  <a:alpha val="69804"/>
                </a:srgbClr>
              </a:solidFill>
              <a:ln>
                <a:noFill/>
              </a:ln>
            </p:spPr>
          </p:sp>
          <p:sp>
            <p:nvSpPr>
              <p:cNvPr id="187" name="Google Shape;187;p2"/>
              <p:cNvSpPr txBox="1"/>
              <p:nvPr/>
            </p:nvSpPr>
            <p:spPr>
              <a:xfrm>
                <a:off x="0" y="28575"/>
                <a:ext cx="986193" cy="9576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32300" lIns="32300" spcFirstLastPara="1" rIns="32300" wrap="square" tIns="32300">
                <a:noAutofit/>
              </a:bodyPr>
              <a:lstStyle/>
              <a:p>
                <a:pPr indent="0" lvl="0" marL="0" marR="0" rtl="0" algn="ctr">
                  <a:lnSpc>
                    <a:spcPct val="86888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88" name="Google Shape;188;p2"/>
            <p:cNvGrpSpPr/>
            <p:nvPr/>
          </p:nvGrpSpPr>
          <p:grpSpPr>
            <a:xfrm>
              <a:off x="0" y="9525000"/>
              <a:ext cx="3175000" cy="3175000"/>
              <a:chOff x="0" y="0"/>
              <a:chExt cx="986193" cy="986193"/>
            </a:xfrm>
          </p:grpSpPr>
          <p:sp>
            <p:nvSpPr>
              <p:cNvPr id="189" name="Google Shape;189;p2"/>
              <p:cNvSpPr/>
              <p:nvPr/>
            </p:nvSpPr>
            <p:spPr>
              <a:xfrm>
                <a:off x="0" y="0"/>
                <a:ext cx="986193" cy="986193"/>
              </a:xfrm>
              <a:custGeom>
                <a:rect b="b" l="l" r="r" t="t"/>
                <a:pathLst>
                  <a:path extrusionOk="0" h="986193" w="986193">
                    <a:moveTo>
                      <a:pt x="0" y="0"/>
                    </a:moveTo>
                    <a:lnTo>
                      <a:pt x="986193" y="0"/>
                    </a:lnTo>
                    <a:lnTo>
                      <a:pt x="986193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F16A2E">
                  <a:alpha val="69804"/>
                </a:srgbClr>
              </a:solidFill>
              <a:ln>
                <a:noFill/>
              </a:ln>
            </p:spPr>
          </p:sp>
          <p:sp>
            <p:nvSpPr>
              <p:cNvPr id="190" name="Google Shape;190;p2"/>
              <p:cNvSpPr txBox="1"/>
              <p:nvPr/>
            </p:nvSpPr>
            <p:spPr>
              <a:xfrm>
                <a:off x="0" y="28575"/>
                <a:ext cx="986193" cy="9576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32300" lIns="32300" spcFirstLastPara="1" rIns="32300" wrap="square" tIns="32300">
                <a:noAutofit/>
              </a:bodyPr>
              <a:lstStyle/>
              <a:p>
                <a:pPr indent="0" lvl="0" marL="0" marR="0" rtl="0" algn="ctr">
                  <a:lnSpc>
                    <a:spcPct val="86888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91" name="Google Shape;191;p2"/>
            <p:cNvGrpSpPr/>
            <p:nvPr/>
          </p:nvGrpSpPr>
          <p:grpSpPr>
            <a:xfrm>
              <a:off x="6350000" y="9525000"/>
              <a:ext cx="3175000" cy="3175000"/>
              <a:chOff x="0" y="0"/>
              <a:chExt cx="986193" cy="986193"/>
            </a:xfrm>
          </p:grpSpPr>
          <p:sp>
            <p:nvSpPr>
              <p:cNvPr id="192" name="Google Shape;192;p2"/>
              <p:cNvSpPr/>
              <p:nvPr/>
            </p:nvSpPr>
            <p:spPr>
              <a:xfrm>
                <a:off x="0" y="0"/>
                <a:ext cx="986193" cy="986193"/>
              </a:xfrm>
              <a:custGeom>
                <a:rect b="b" l="l" r="r" t="t"/>
                <a:pathLst>
                  <a:path extrusionOk="0" h="986193" w="986193">
                    <a:moveTo>
                      <a:pt x="0" y="0"/>
                    </a:moveTo>
                    <a:lnTo>
                      <a:pt x="986193" y="0"/>
                    </a:lnTo>
                    <a:lnTo>
                      <a:pt x="986193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146A9F">
                  <a:alpha val="69804"/>
                </a:srgbClr>
              </a:solidFill>
              <a:ln>
                <a:noFill/>
              </a:ln>
            </p:spPr>
          </p:sp>
          <p:sp>
            <p:nvSpPr>
              <p:cNvPr id="193" name="Google Shape;193;p2"/>
              <p:cNvSpPr txBox="1"/>
              <p:nvPr/>
            </p:nvSpPr>
            <p:spPr>
              <a:xfrm>
                <a:off x="0" y="28575"/>
                <a:ext cx="986193" cy="9576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32300" lIns="32300" spcFirstLastPara="1" rIns="32300" wrap="square" tIns="32300">
                <a:noAutofit/>
              </a:bodyPr>
              <a:lstStyle/>
              <a:p>
                <a:pPr indent="0" lvl="0" marL="0" marR="0" rtl="0" algn="ctr">
                  <a:lnSpc>
                    <a:spcPct val="86888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94" name="Google Shape;194;p2"/>
            <p:cNvGrpSpPr/>
            <p:nvPr/>
          </p:nvGrpSpPr>
          <p:grpSpPr>
            <a:xfrm>
              <a:off x="3175000" y="12700000"/>
              <a:ext cx="6350000" cy="3175000"/>
              <a:chOff x="0" y="0"/>
              <a:chExt cx="1972386" cy="986193"/>
            </a:xfrm>
          </p:grpSpPr>
          <p:sp>
            <p:nvSpPr>
              <p:cNvPr id="195" name="Google Shape;195;p2"/>
              <p:cNvSpPr/>
              <p:nvPr/>
            </p:nvSpPr>
            <p:spPr>
              <a:xfrm>
                <a:off x="0" y="0"/>
                <a:ext cx="1972386" cy="986193"/>
              </a:xfrm>
              <a:custGeom>
                <a:rect b="b" l="l" r="r" t="t"/>
                <a:pathLst>
                  <a:path extrusionOk="0" h="986193" w="1972386">
                    <a:moveTo>
                      <a:pt x="0" y="0"/>
                    </a:moveTo>
                    <a:lnTo>
                      <a:pt x="1972386" y="0"/>
                    </a:lnTo>
                    <a:lnTo>
                      <a:pt x="1972386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BF8D2C">
                  <a:alpha val="69804"/>
                </a:srgbClr>
              </a:solidFill>
              <a:ln>
                <a:noFill/>
              </a:ln>
            </p:spPr>
          </p:sp>
          <p:sp>
            <p:nvSpPr>
              <p:cNvPr id="196" name="Google Shape;196;p2"/>
              <p:cNvSpPr txBox="1"/>
              <p:nvPr/>
            </p:nvSpPr>
            <p:spPr>
              <a:xfrm>
                <a:off x="0" y="28575"/>
                <a:ext cx="1972386" cy="9576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32300" lIns="32300" spcFirstLastPara="1" rIns="32300" wrap="square" tIns="32300">
                <a:noAutofit/>
              </a:bodyPr>
              <a:lstStyle/>
              <a:p>
                <a:pPr indent="0" lvl="0" marL="0" marR="0" rtl="0" algn="ctr">
                  <a:lnSpc>
                    <a:spcPct val="86888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97" name="Google Shape;197;p2"/>
            <p:cNvGrpSpPr/>
            <p:nvPr/>
          </p:nvGrpSpPr>
          <p:grpSpPr>
            <a:xfrm>
              <a:off x="0" y="12700000"/>
              <a:ext cx="3175000" cy="3175000"/>
              <a:chOff x="0" y="0"/>
              <a:chExt cx="986193" cy="986193"/>
            </a:xfrm>
          </p:grpSpPr>
          <p:sp>
            <p:nvSpPr>
              <p:cNvPr id="198" name="Google Shape;198;p2"/>
              <p:cNvSpPr/>
              <p:nvPr/>
            </p:nvSpPr>
            <p:spPr>
              <a:xfrm>
                <a:off x="0" y="0"/>
                <a:ext cx="986193" cy="986193"/>
              </a:xfrm>
              <a:custGeom>
                <a:rect b="b" l="l" r="r" t="t"/>
                <a:pathLst>
                  <a:path extrusionOk="0" h="986193" w="986193">
                    <a:moveTo>
                      <a:pt x="0" y="0"/>
                    </a:moveTo>
                    <a:lnTo>
                      <a:pt x="986193" y="0"/>
                    </a:lnTo>
                    <a:lnTo>
                      <a:pt x="986193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C7212F">
                  <a:alpha val="69804"/>
                </a:srgbClr>
              </a:solidFill>
              <a:ln>
                <a:noFill/>
              </a:ln>
            </p:spPr>
          </p:sp>
          <p:sp>
            <p:nvSpPr>
              <p:cNvPr id="199" name="Google Shape;199;p2"/>
              <p:cNvSpPr txBox="1"/>
              <p:nvPr/>
            </p:nvSpPr>
            <p:spPr>
              <a:xfrm>
                <a:off x="0" y="28575"/>
                <a:ext cx="986193" cy="9576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32300" lIns="32300" spcFirstLastPara="1" rIns="32300" wrap="square" tIns="32300">
                <a:noAutofit/>
              </a:bodyPr>
              <a:lstStyle/>
              <a:p>
                <a:pPr indent="0" lvl="0" marL="0" marR="0" rtl="0" algn="ctr">
                  <a:lnSpc>
                    <a:spcPct val="86888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00" name="Google Shape;200;p2"/>
            <p:cNvGrpSpPr/>
            <p:nvPr/>
          </p:nvGrpSpPr>
          <p:grpSpPr>
            <a:xfrm>
              <a:off x="9525000" y="0"/>
              <a:ext cx="3175000" cy="3175000"/>
              <a:chOff x="0" y="0"/>
              <a:chExt cx="986193" cy="986193"/>
            </a:xfrm>
          </p:grpSpPr>
          <p:sp>
            <p:nvSpPr>
              <p:cNvPr id="201" name="Google Shape;201;p2"/>
              <p:cNvSpPr/>
              <p:nvPr/>
            </p:nvSpPr>
            <p:spPr>
              <a:xfrm>
                <a:off x="0" y="0"/>
                <a:ext cx="986193" cy="986193"/>
              </a:xfrm>
              <a:custGeom>
                <a:rect b="b" l="l" r="r" t="t"/>
                <a:pathLst>
                  <a:path extrusionOk="0" h="986193" w="986193">
                    <a:moveTo>
                      <a:pt x="0" y="0"/>
                    </a:moveTo>
                    <a:lnTo>
                      <a:pt x="986193" y="0"/>
                    </a:lnTo>
                    <a:lnTo>
                      <a:pt x="986193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28BFE6">
                  <a:alpha val="69804"/>
                </a:srgbClr>
              </a:solidFill>
              <a:ln>
                <a:noFill/>
              </a:ln>
            </p:spPr>
          </p:sp>
          <p:sp>
            <p:nvSpPr>
              <p:cNvPr id="202" name="Google Shape;202;p2"/>
              <p:cNvSpPr txBox="1"/>
              <p:nvPr/>
            </p:nvSpPr>
            <p:spPr>
              <a:xfrm>
                <a:off x="0" y="28575"/>
                <a:ext cx="986193" cy="9576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32300" lIns="32300" spcFirstLastPara="1" rIns="32300" wrap="square" tIns="32300">
                <a:noAutofit/>
              </a:bodyPr>
              <a:lstStyle/>
              <a:p>
                <a:pPr indent="0" lvl="0" marL="0" marR="0" rtl="0" algn="ctr">
                  <a:lnSpc>
                    <a:spcPct val="86888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03" name="Google Shape;203;p2"/>
            <p:cNvGrpSpPr/>
            <p:nvPr/>
          </p:nvGrpSpPr>
          <p:grpSpPr>
            <a:xfrm>
              <a:off x="9525000" y="3175000"/>
              <a:ext cx="3175000" cy="3175000"/>
              <a:chOff x="0" y="0"/>
              <a:chExt cx="986193" cy="986193"/>
            </a:xfrm>
          </p:grpSpPr>
          <p:sp>
            <p:nvSpPr>
              <p:cNvPr id="204" name="Google Shape;204;p2"/>
              <p:cNvSpPr/>
              <p:nvPr/>
            </p:nvSpPr>
            <p:spPr>
              <a:xfrm>
                <a:off x="0" y="0"/>
                <a:ext cx="986193" cy="986193"/>
              </a:xfrm>
              <a:custGeom>
                <a:rect b="b" l="l" r="r" t="t"/>
                <a:pathLst>
                  <a:path extrusionOk="0" h="986193" w="986193">
                    <a:moveTo>
                      <a:pt x="0" y="0"/>
                    </a:moveTo>
                    <a:lnTo>
                      <a:pt x="986193" y="0"/>
                    </a:lnTo>
                    <a:lnTo>
                      <a:pt x="986193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BF8D2C">
                  <a:alpha val="69804"/>
                </a:srgbClr>
              </a:solidFill>
              <a:ln>
                <a:noFill/>
              </a:ln>
            </p:spPr>
          </p:sp>
          <p:sp>
            <p:nvSpPr>
              <p:cNvPr id="205" name="Google Shape;205;p2"/>
              <p:cNvSpPr txBox="1"/>
              <p:nvPr/>
            </p:nvSpPr>
            <p:spPr>
              <a:xfrm>
                <a:off x="0" y="28575"/>
                <a:ext cx="986193" cy="9576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32300" lIns="32300" spcFirstLastPara="1" rIns="32300" wrap="square" tIns="32300">
                <a:noAutofit/>
              </a:bodyPr>
              <a:lstStyle/>
              <a:p>
                <a:pPr indent="0" lvl="0" marL="0" marR="0" rtl="0" algn="ctr">
                  <a:lnSpc>
                    <a:spcPct val="86888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06" name="Google Shape;206;p2"/>
            <p:cNvGrpSpPr/>
            <p:nvPr/>
          </p:nvGrpSpPr>
          <p:grpSpPr>
            <a:xfrm>
              <a:off x="9525000" y="9525000"/>
              <a:ext cx="3175000" cy="3175000"/>
              <a:chOff x="0" y="0"/>
              <a:chExt cx="986193" cy="986193"/>
            </a:xfrm>
          </p:grpSpPr>
          <p:sp>
            <p:nvSpPr>
              <p:cNvPr id="207" name="Google Shape;207;p2"/>
              <p:cNvSpPr/>
              <p:nvPr/>
            </p:nvSpPr>
            <p:spPr>
              <a:xfrm>
                <a:off x="0" y="0"/>
                <a:ext cx="986193" cy="986193"/>
              </a:xfrm>
              <a:custGeom>
                <a:rect b="b" l="l" r="r" t="t"/>
                <a:pathLst>
                  <a:path extrusionOk="0" h="986193" w="986193">
                    <a:moveTo>
                      <a:pt x="0" y="0"/>
                    </a:moveTo>
                    <a:lnTo>
                      <a:pt x="986193" y="0"/>
                    </a:lnTo>
                    <a:lnTo>
                      <a:pt x="986193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4BA146">
                  <a:alpha val="69804"/>
                </a:srgbClr>
              </a:solidFill>
              <a:ln>
                <a:noFill/>
              </a:ln>
            </p:spPr>
          </p:sp>
          <p:sp>
            <p:nvSpPr>
              <p:cNvPr id="208" name="Google Shape;208;p2"/>
              <p:cNvSpPr txBox="1"/>
              <p:nvPr/>
            </p:nvSpPr>
            <p:spPr>
              <a:xfrm>
                <a:off x="0" y="28575"/>
                <a:ext cx="986193" cy="9576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32300" lIns="32300" spcFirstLastPara="1" rIns="32300" wrap="square" tIns="32300">
                <a:noAutofit/>
              </a:bodyPr>
              <a:lstStyle/>
              <a:p>
                <a:pPr indent="0" lvl="0" marL="0" marR="0" rtl="0" algn="ctr">
                  <a:lnSpc>
                    <a:spcPct val="86888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09" name="Google Shape;209;p2"/>
            <p:cNvGrpSpPr/>
            <p:nvPr/>
          </p:nvGrpSpPr>
          <p:grpSpPr>
            <a:xfrm>
              <a:off x="9525000" y="12700000"/>
              <a:ext cx="3175000" cy="3175000"/>
              <a:chOff x="0" y="0"/>
              <a:chExt cx="986193" cy="986193"/>
            </a:xfrm>
          </p:grpSpPr>
          <p:sp>
            <p:nvSpPr>
              <p:cNvPr id="210" name="Google Shape;210;p2"/>
              <p:cNvSpPr/>
              <p:nvPr/>
            </p:nvSpPr>
            <p:spPr>
              <a:xfrm>
                <a:off x="0" y="0"/>
                <a:ext cx="986193" cy="986193"/>
              </a:xfrm>
              <a:custGeom>
                <a:rect b="b" l="l" r="r" t="t"/>
                <a:pathLst>
                  <a:path extrusionOk="0" h="986193" w="986193">
                    <a:moveTo>
                      <a:pt x="0" y="0"/>
                    </a:moveTo>
                    <a:lnTo>
                      <a:pt x="986193" y="0"/>
                    </a:lnTo>
                    <a:lnTo>
                      <a:pt x="986193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DD1767">
                  <a:alpha val="69804"/>
                </a:srgbClr>
              </a:solidFill>
              <a:ln>
                <a:noFill/>
              </a:ln>
            </p:spPr>
          </p:sp>
          <p:sp>
            <p:nvSpPr>
              <p:cNvPr id="211" name="Google Shape;211;p2"/>
              <p:cNvSpPr txBox="1"/>
              <p:nvPr/>
            </p:nvSpPr>
            <p:spPr>
              <a:xfrm>
                <a:off x="0" y="28575"/>
                <a:ext cx="986193" cy="9576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32300" lIns="32300" spcFirstLastPara="1" rIns="32300" wrap="square" tIns="32300">
                <a:noAutofit/>
              </a:bodyPr>
              <a:lstStyle/>
              <a:p>
                <a:pPr indent="0" lvl="0" marL="0" marR="0" rtl="0" algn="ctr">
                  <a:lnSpc>
                    <a:spcPct val="86888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12" name="Google Shape;212;p2"/>
            <p:cNvGrpSpPr/>
            <p:nvPr/>
          </p:nvGrpSpPr>
          <p:grpSpPr>
            <a:xfrm>
              <a:off x="9525000" y="6350000"/>
              <a:ext cx="3175000" cy="3175000"/>
              <a:chOff x="0" y="0"/>
              <a:chExt cx="986193" cy="986193"/>
            </a:xfrm>
          </p:grpSpPr>
          <p:sp>
            <p:nvSpPr>
              <p:cNvPr id="213" name="Google Shape;213;p2"/>
              <p:cNvSpPr/>
              <p:nvPr/>
            </p:nvSpPr>
            <p:spPr>
              <a:xfrm>
                <a:off x="0" y="0"/>
                <a:ext cx="986193" cy="986193"/>
              </a:xfrm>
              <a:custGeom>
                <a:rect b="b" l="l" r="r" t="t"/>
                <a:pathLst>
                  <a:path extrusionOk="0" h="986193" w="986193">
                    <a:moveTo>
                      <a:pt x="0" y="0"/>
                    </a:moveTo>
                    <a:lnTo>
                      <a:pt x="986193" y="0"/>
                    </a:lnTo>
                    <a:lnTo>
                      <a:pt x="986193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EE402D">
                  <a:alpha val="69804"/>
                </a:srgbClr>
              </a:solidFill>
              <a:ln>
                <a:noFill/>
              </a:ln>
            </p:spPr>
          </p:sp>
          <p:sp>
            <p:nvSpPr>
              <p:cNvPr id="214" name="Google Shape;214;p2"/>
              <p:cNvSpPr txBox="1"/>
              <p:nvPr/>
            </p:nvSpPr>
            <p:spPr>
              <a:xfrm>
                <a:off x="0" y="28575"/>
                <a:ext cx="986193" cy="9576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32300" lIns="32300" spcFirstLastPara="1" rIns="32300" wrap="square" tIns="32300">
                <a:noAutofit/>
              </a:bodyPr>
              <a:lstStyle/>
              <a:p>
                <a:pPr indent="0" lvl="0" marL="0" marR="0" rtl="0" algn="ctr">
                  <a:lnSpc>
                    <a:spcPct val="86888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15" name="Google Shape;215;p2"/>
          <p:cNvGrpSpPr/>
          <p:nvPr/>
        </p:nvGrpSpPr>
        <p:grpSpPr>
          <a:xfrm rot="-5400000">
            <a:off x="7963394" y="9100631"/>
            <a:ext cx="9525000" cy="11196637"/>
            <a:chOff x="0" y="0"/>
            <a:chExt cx="12700000" cy="15875000"/>
          </a:xfrm>
        </p:grpSpPr>
        <p:grpSp>
          <p:nvGrpSpPr>
            <p:cNvPr id="216" name="Google Shape;216;p2"/>
            <p:cNvGrpSpPr/>
            <p:nvPr/>
          </p:nvGrpSpPr>
          <p:grpSpPr>
            <a:xfrm>
              <a:off x="0" y="0"/>
              <a:ext cx="6350000" cy="3175000"/>
              <a:chOff x="0" y="0"/>
              <a:chExt cx="1972386" cy="986193"/>
            </a:xfrm>
          </p:grpSpPr>
          <p:sp>
            <p:nvSpPr>
              <p:cNvPr id="217" name="Google Shape;217;p2"/>
              <p:cNvSpPr/>
              <p:nvPr/>
            </p:nvSpPr>
            <p:spPr>
              <a:xfrm>
                <a:off x="0" y="0"/>
                <a:ext cx="1972386" cy="986193"/>
              </a:xfrm>
              <a:custGeom>
                <a:rect b="b" l="l" r="r" t="t"/>
                <a:pathLst>
                  <a:path extrusionOk="0" h="986193" w="1972386">
                    <a:moveTo>
                      <a:pt x="0" y="0"/>
                    </a:moveTo>
                    <a:lnTo>
                      <a:pt x="1972386" y="0"/>
                    </a:lnTo>
                    <a:lnTo>
                      <a:pt x="1972386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DDA73A">
                  <a:alpha val="69804"/>
                </a:srgbClr>
              </a:solidFill>
              <a:ln>
                <a:noFill/>
              </a:ln>
            </p:spPr>
          </p:sp>
          <p:sp>
            <p:nvSpPr>
              <p:cNvPr id="218" name="Google Shape;218;p2"/>
              <p:cNvSpPr txBox="1"/>
              <p:nvPr/>
            </p:nvSpPr>
            <p:spPr>
              <a:xfrm>
                <a:off x="0" y="28575"/>
                <a:ext cx="1972386" cy="9576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32300" lIns="32300" spcFirstLastPara="1" rIns="32300" wrap="square" tIns="32300">
                <a:noAutofit/>
              </a:bodyPr>
              <a:lstStyle/>
              <a:p>
                <a:pPr indent="0" lvl="0" marL="0" marR="0" rtl="0" algn="ctr">
                  <a:lnSpc>
                    <a:spcPct val="86888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19" name="Google Shape;219;p2"/>
            <p:cNvGrpSpPr/>
            <p:nvPr/>
          </p:nvGrpSpPr>
          <p:grpSpPr>
            <a:xfrm>
              <a:off x="0" y="3175000"/>
              <a:ext cx="3175000" cy="3175000"/>
              <a:chOff x="0" y="0"/>
              <a:chExt cx="986193" cy="986193"/>
            </a:xfrm>
          </p:grpSpPr>
          <p:sp>
            <p:nvSpPr>
              <p:cNvPr id="220" name="Google Shape;220;p2"/>
              <p:cNvSpPr/>
              <p:nvPr/>
            </p:nvSpPr>
            <p:spPr>
              <a:xfrm>
                <a:off x="0" y="0"/>
                <a:ext cx="986193" cy="986193"/>
              </a:xfrm>
              <a:custGeom>
                <a:rect b="b" l="l" r="r" t="t"/>
                <a:pathLst>
                  <a:path extrusionOk="0" h="986193" w="986193">
                    <a:moveTo>
                      <a:pt x="0" y="0"/>
                    </a:moveTo>
                    <a:lnTo>
                      <a:pt x="986193" y="0"/>
                    </a:lnTo>
                    <a:lnTo>
                      <a:pt x="986193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EE402D">
                  <a:alpha val="69804"/>
                </a:srgbClr>
              </a:solidFill>
              <a:ln>
                <a:noFill/>
              </a:ln>
            </p:spPr>
          </p:sp>
          <p:sp>
            <p:nvSpPr>
              <p:cNvPr id="221" name="Google Shape;221;p2"/>
              <p:cNvSpPr txBox="1"/>
              <p:nvPr/>
            </p:nvSpPr>
            <p:spPr>
              <a:xfrm>
                <a:off x="0" y="28575"/>
                <a:ext cx="986193" cy="9576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32300" lIns="32300" spcFirstLastPara="1" rIns="32300" wrap="square" tIns="32300">
                <a:noAutofit/>
              </a:bodyPr>
              <a:lstStyle/>
              <a:p>
                <a:pPr indent="0" lvl="0" marL="0" marR="0" rtl="0" algn="ctr">
                  <a:lnSpc>
                    <a:spcPct val="86888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22" name="Google Shape;222;p2"/>
            <p:cNvGrpSpPr/>
            <p:nvPr/>
          </p:nvGrpSpPr>
          <p:grpSpPr>
            <a:xfrm>
              <a:off x="0" y="6350000"/>
              <a:ext cx="3175000" cy="3175000"/>
              <a:chOff x="0" y="0"/>
              <a:chExt cx="986193" cy="986193"/>
            </a:xfrm>
          </p:grpSpPr>
          <p:sp>
            <p:nvSpPr>
              <p:cNvPr id="223" name="Google Shape;223;p2"/>
              <p:cNvSpPr/>
              <p:nvPr/>
            </p:nvSpPr>
            <p:spPr>
              <a:xfrm>
                <a:off x="0" y="0"/>
                <a:ext cx="986193" cy="986193"/>
              </a:xfrm>
              <a:custGeom>
                <a:rect b="b" l="l" r="r" t="t"/>
                <a:pathLst>
                  <a:path extrusionOk="0" h="986193" w="986193">
                    <a:moveTo>
                      <a:pt x="0" y="0"/>
                    </a:moveTo>
                    <a:lnTo>
                      <a:pt x="986193" y="0"/>
                    </a:lnTo>
                    <a:lnTo>
                      <a:pt x="986193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28BFE6">
                  <a:alpha val="69804"/>
                </a:srgbClr>
              </a:solidFill>
              <a:ln>
                <a:noFill/>
              </a:ln>
            </p:spPr>
          </p:sp>
          <p:sp>
            <p:nvSpPr>
              <p:cNvPr id="224" name="Google Shape;224;p2"/>
              <p:cNvSpPr txBox="1"/>
              <p:nvPr/>
            </p:nvSpPr>
            <p:spPr>
              <a:xfrm>
                <a:off x="0" y="28575"/>
                <a:ext cx="986193" cy="9576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32300" lIns="32300" spcFirstLastPara="1" rIns="32300" wrap="square" tIns="32300">
                <a:noAutofit/>
              </a:bodyPr>
              <a:lstStyle/>
              <a:p>
                <a:pPr indent="0" lvl="0" marL="0" marR="0" rtl="0" algn="ctr">
                  <a:lnSpc>
                    <a:spcPct val="86888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25" name="Google Shape;225;p2"/>
            <p:cNvGrpSpPr/>
            <p:nvPr/>
          </p:nvGrpSpPr>
          <p:grpSpPr>
            <a:xfrm>
              <a:off x="6350000" y="0"/>
              <a:ext cx="3175000" cy="3175000"/>
              <a:chOff x="0" y="0"/>
              <a:chExt cx="986193" cy="986193"/>
            </a:xfrm>
          </p:grpSpPr>
          <p:sp>
            <p:nvSpPr>
              <p:cNvPr id="226" name="Google Shape;226;p2"/>
              <p:cNvSpPr/>
              <p:nvPr/>
            </p:nvSpPr>
            <p:spPr>
              <a:xfrm>
                <a:off x="0" y="0"/>
                <a:ext cx="986193" cy="986193"/>
              </a:xfrm>
              <a:custGeom>
                <a:rect b="b" l="l" r="r" t="t"/>
                <a:pathLst>
                  <a:path extrusionOk="0" h="986193" w="986193">
                    <a:moveTo>
                      <a:pt x="0" y="0"/>
                    </a:moveTo>
                    <a:lnTo>
                      <a:pt x="986193" y="0"/>
                    </a:lnTo>
                    <a:lnTo>
                      <a:pt x="986193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4BA146">
                  <a:alpha val="69804"/>
                </a:srgbClr>
              </a:solidFill>
              <a:ln>
                <a:noFill/>
              </a:ln>
            </p:spPr>
          </p:sp>
          <p:sp>
            <p:nvSpPr>
              <p:cNvPr id="227" name="Google Shape;227;p2"/>
              <p:cNvSpPr txBox="1"/>
              <p:nvPr/>
            </p:nvSpPr>
            <p:spPr>
              <a:xfrm>
                <a:off x="0" y="28575"/>
                <a:ext cx="986193" cy="9576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32300" lIns="32300" spcFirstLastPara="1" rIns="32300" wrap="square" tIns="32300">
                <a:noAutofit/>
              </a:bodyPr>
              <a:lstStyle/>
              <a:p>
                <a:pPr indent="0" lvl="0" marL="0" marR="0" rtl="0" algn="ctr">
                  <a:lnSpc>
                    <a:spcPct val="86888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28" name="Google Shape;228;p2"/>
            <p:cNvGrpSpPr/>
            <p:nvPr/>
          </p:nvGrpSpPr>
          <p:grpSpPr>
            <a:xfrm>
              <a:off x="3175000" y="3175000"/>
              <a:ext cx="3175000" cy="3175000"/>
              <a:chOff x="0" y="0"/>
              <a:chExt cx="986193" cy="986193"/>
            </a:xfrm>
          </p:grpSpPr>
          <p:sp>
            <p:nvSpPr>
              <p:cNvPr id="229" name="Google Shape;229;p2"/>
              <p:cNvSpPr/>
              <p:nvPr/>
            </p:nvSpPr>
            <p:spPr>
              <a:xfrm>
                <a:off x="0" y="0"/>
                <a:ext cx="986193" cy="986193"/>
              </a:xfrm>
              <a:custGeom>
                <a:rect b="b" l="l" r="r" t="t"/>
                <a:pathLst>
                  <a:path extrusionOk="0" h="986193" w="986193">
                    <a:moveTo>
                      <a:pt x="0" y="0"/>
                    </a:moveTo>
                    <a:lnTo>
                      <a:pt x="986193" y="0"/>
                    </a:lnTo>
                    <a:lnTo>
                      <a:pt x="986193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A31C44">
                  <a:alpha val="69804"/>
                </a:srgbClr>
              </a:solidFill>
              <a:ln>
                <a:noFill/>
              </a:ln>
            </p:spPr>
          </p:sp>
          <p:sp>
            <p:nvSpPr>
              <p:cNvPr id="230" name="Google Shape;230;p2"/>
              <p:cNvSpPr txBox="1"/>
              <p:nvPr/>
            </p:nvSpPr>
            <p:spPr>
              <a:xfrm>
                <a:off x="0" y="28575"/>
                <a:ext cx="986193" cy="9576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32300" lIns="32300" spcFirstLastPara="1" rIns="32300" wrap="square" tIns="32300">
                <a:noAutofit/>
              </a:bodyPr>
              <a:lstStyle/>
              <a:p>
                <a:pPr indent="0" lvl="0" marL="0" marR="0" rtl="0" algn="ctr">
                  <a:lnSpc>
                    <a:spcPct val="86888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31" name="Google Shape;231;p2"/>
            <p:cNvGrpSpPr/>
            <p:nvPr/>
          </p:nvGrpSpPr>
          <p:grpSpPr>
            <a:xfrm rot="5400000">
              <a:off x="1587500" y="7937500"/>
              <a:ext cx="6350000" cy="3175000"/>
              <a:chOff x="0" y="0"/>
              <a:chExt cx="1972386" cy="986193"/>
            </a:xfrm>
          </p:grpSpPr>
          <p:sp>
            <p:nvSpPr>
              <p:cNvPr id="232" name="Google Shape;232;p2"/>
              <p:cNvSpPr/>
              <p:nvPr/>
            </p:nvSpPr>
            <p:spPr>
              <a:xfrm>
                <a:off x="0" y="0"/>
                <a:ext cx="1972386" cy="986193"/>
              </a:xfrm>
              <a:custGeom>
                <a:rect b="b" l="l" r="r" t="t"/>
                <a:pathLst>
                  <a:path extrusionOk="0" h="986193" w="1972386">
                    <a:moveTo>
                      <a:pt x="0" y="0"/>
                    </a:moveTo>
                    <a:lnTo>
                      <a:pt x="1972386" y="0"/>
                    </a:lnTo>
                    <a:lnTo>
                      <a:pt x="1972386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59BA47">
                  <a:alpha val="69804"/>
                </a:srgbClr>
              </a:solidFill>
              <a:ln>
                <a:noFill/>
              </a:ln>
            </p:spPr>
          </p:sp>
          <p:sp>
            <p:nvSpPr>
              <p:cNvPr id="233" name="Google Shape;233;p2"/>
              <p:cNvSpPr txBox="1"/>
              <p:nvPr/>
            </p:nvSpPr>
            <p:spPr>
              <a:xfrm>
                <a:off x="0" y="28575"/>
                <a:ext cx="1972386" cy="9576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32300" lIns="32300" spcFirstLastPara="1" rIns="32300" wrap="square" tIns="32300">
                <a:noAutofit/>
              </a:bodyPr>
              <a:lstStyle/>
              <a:p>
                <a:pPr indent="0" lvl="0" marL="0" marR="0" rtl="0" algn="ctr">
                  <a:lnSpc>
                    <a:spcPct val="86888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34" name="Google Shape;234;p2"/>
            <p:cNvGrpSpPr/>
            <p:nvPr/>
          </p:nvGrpSpPr>
          <p:grpSpPr>
            <a:xfrm>
              <a:off x="6350000" y="3175000"/>
              <a:ext cx="3175000" cy="3175000"/>
              <a:chOff x="0" y="0"/>
              <a:chExt cx="986193" cy="986193"/>
            </a:xfrm>
          </p:grpSpPr>
          <p:sp>
            <p:nvSpPr>
              <p:cNvPr id="235" name="Google Shape;235;p2"/>
              <p:cNvSpPr/>
              <p:nvPr/>
            </p:nvSpPr>
            <p:spPr>
              <a:xfrm>
                <a:off x="0" y="0"/>
                <a:ext cx="986193" cy="986193"/>
              </a:xfrm>
              <a:custGeom>
                <a:rect b="b" l="l" r="r" t="t"/>
                <a:pathLst>
                  <a:path extrusionOk="0" h="986193" w="986193">
                    <a:moveTo>
                      <a:pt x="0" y="0"/>
                    </a:moveTo>
                    <a:lnTo>
                      <a:pt x="986193" y="0"/>
                    </a:lnTo>
                    <a:lnTo>
                      <a:pt x="986193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14496A">
                  <a:alpha val="69804"/>
                </a:srgbClr>
              </a:solidFill>
              <a:ln>
                <a:noFill/>
              </a:ln>
            </p:spPr>
          </p:sp>
          <p:sp>
            <p:nvSpPr>
              <p:cNvPr id="236" name="Google Shape;236;p2"/>
              <p:cNvSpPr txBox="1"/>
              <p:nvPr/>
            </p:nvSpPr>
            <p:spPr>
              <a:xfrm>
                <a:off x="0" y="28575"/>
                <a:ext cx="986193" cy="9576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32300" lIns="32300" spcFirstLastPara="1" rIns="32300" wrap="square" tIns="32300">
                <a:noAutofit/>
              </a:bodyPr>
              <a:lstStyle/>
              <a:p>
                <a:pPr indent="0" lvl="0" marL="0" marR="0" rtl="0" algn="ctr">
                  <a:lnSpc>
                    <a:spcPct val="86888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37" name="Google Shape;237;p2"/>
            <p:cNvGrpSpPr/>
            <p:nvPr/>
          </p:nvGrpSpPr>
          <p:grpSpPr>
            <a:xfrm>
              <a:off x="6350000" y="6350000"/>
              <a:ext cx="3175000" cy="3175000"/>
              <a:chOff x="0" y="0"/>
              <a:chExt cx="986193" cy="986193"/>
            </a:xfrm>
          </p:grpSpPr>
          <p:sp>
            <p:nvSpPr>
              <p:cNvPr id="238" name="Google Shape;238;p2"/>
              <p:cNvSpPr/>
              <p:nvPr/>
            </p:nvSpPr>
            <p:spPr>
              <a:xfrm>
                <a:off x="0" y="0"/>
                <a:ext cx="986193" cy="986193"/>
              </a:xfrm>
              <a:custGeom>
                <a:rect b="b" l="l" r="r" t="t"/>
                <a:pathLst>
                  <a:path extrusionOk="0" h="986193" w="986193">
                    <a:moveTo>
                      <a:pt x="0" y="0"/>
                    </a:moveTo>
                    <a:lnTo>
                      <a:pt x="986193" y="0"/>
                    </a:lnTo>
                    <a:lnTo>
                      <a:pt x="986193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DD1767">
                  <a:alpha val="69804"/>
                </a:srgbClr>
              </a:solidFill>
              <a:ln>
                <a:noFill/>
              </a:ln>
            </p:spPr>
          </p:sp>
          <p:sp>
            <p:nvSpPr>
              <p:cNvPr id="239" name="Google Shape;239;p2"/>
              <p:cNvSpPr txBox="1"/>
              <p:nvPr/>
            </p:nvSpPr>
            <p:spPr>
              <a:xfrm>
                <a:off x="0" y="28575"/>
                <a:ext cx="986193" cy="9576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32300" lIns="32300" spcFirstLastPara="1" rIns="32300" wrap="square" tIns="32300">
                <a:noAutofit/>
              </a:bodyPr>
              <a:lstStyle/>
              <a:p>
                <a:pPr indent="0" lvl="0" marL="0" marR="0" rtl="0" algn="ctr">
                  <a:lnSpc>
                    <a:spcPct val="86888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40" name="Google Shape;240;p2"/>
            <p:cNvGrpSpPr/>
            <p:nvPr/>
          </p:nvGrpSpPr>
          <p:grpSpPr>
            <a:xfrm>
              <a:off x="0" y="9525000"/>
              <a:ext cx="3175000" cy="3175000"/>
              <a:chOff x="0" y="0"/>
              <a:chExt cx="986193" cy="986193"/>
            </a:xfrm>
          </p:grpSpPr>
          <p:sp>
            <p:nvSpPr>
              <p:cNvPr id="241" name="Google Shape;241;p2"/>
              <p:cNvSpPr/>
              <p:nvPr/>
            </p:nvSpPr>
            <p:spPr>
              <a:xfrm>
                <a:off x="0" y="0"/>
                <a:ext cx="986193" cy="986193"/>
              </a:xfrm>
              <a:custGeom>
                <a:rect b="b" l="l" r="r" t="t"/>
                <a:pathLst>
                  <a:path extrusionOk="0" h="986193" w="986193">
                    <a:moveTo>
                      <a:pt x="0" y="0"/>
                    </a:moveTo>
                    <a:lnTo>
                      <a:pt x="986193" y="0"/>
                    </a:lnTo>
                    <a:lnTo>
                      <a:pt x="986193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F16A2E">
                  <a:alpha val="69804"/>
                </a:srgbClr>
              </a:solidFill>
              <a:ln>
                <a:noFill/>
              </a:ln>
            </p:spPr>
          </p:sp>
          <p:sp>
            <p:nvSpPr>
              <p:cNvPr id="242" name="Google Shape;242;p2"/>
              <p:cNvSpPr txBox="1"/>
              <p:nvPr/>
            </p:nvSpPr>
            <p:spPr>
              <a:xfrm>
                <a:off x="0" y="28575"/>
                <a:ext cx="986193" cy="9576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32300" lIns="32300" spcFirstLastPara="1" rIns="32300" wrap="square" tIns="32300">
                <a:noAutofit/>
              </a:bodyPr>
              <a:lstStyle/>
              <a:p>
                <a:pPr indent="0" lvl="0" marL="0" marR="0" rtl="0" algn="ctr">
                  <a:lnSpc>
                    <a:spcPct val="86888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43" name="Google Shape;243;p2"/>
            <p:cNvGrpSpPr/>
            <p:nvPr/>
          </p:nvGrpSpPr>
          <p:grpSpPr>
            <a:xfrm>
              <a:off x="6350000" y="9525000"/>
              <a:ext cx="3175000" cy="3175000"/>
              <a:chOff x="0" y="0"/>
              <a:chExt cx="986193" cy="986193"/>
            </a:xfrm>
          </p:grpSpPr>
          <p:sp>
            <p:nvSpPr>
              <p:cNvPr id="244" name="Google Shape;244;p2"/>
              <p:cNvSpPr/>
              <p:nvPr/>
            </p:nvSpPr>
            <p:spPr>
              <a:xfrm>
                <a:off x="0" y="0"/>
                <a:ext cx="986193" cy="986193"/>
              </a:xfrm>
              <a:custGeom>
                <a:rect b="b" l="l" r="r" t="t"/>
                <a:pathLst>
                  <a:path extrusionOk="0" h="986193" w="986193">
                    <a:moveTo>
                      <a:pt x="0" y="0"/>
                    </a:moveTo>
                    <a:lnTo>
                      <a:pt x="986193" y="0"/>
                    </a:lnTo>
                    <a:lnTo>
                      <a:pt x="986193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146A9F">
                  <a:alpha val="69804"/>
                </a:srgbClr>
              </a:solidFill>
              <a:ln>
                <a:noFill/>
              </a:ln>
            </p:spPr>
          </p:sp>
          <p:sp>
            <p:nvSpPr>
              <p:cNvPr id="245" name="Google Shape;245;p2"/>
              <p:cNvSpPr txBox="1"/>
              <p:nvPr/>
            </p:nvSpPr>
            <p:spPr>
              <a:xfrm>
                <a:off x="0" y="28575"/>
                <a:ext cx="986193" cy="9576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32300" lIns="32300" spcFirstLastPara="1" rIns="32300" wrap="square" tIns="32300">
                <a:noAutofit/>
              </a:bodyPr>
              <a:lstStyle/>
              <a:p>
                <a:pPr indent="0" lvl="0" marL="0" marR="0" rtl="0" algn="ctr">
                  <a:lnSpc>
                    <a:spcPct val="86888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46" name="Google Shape;246;p2"/>
            <p:cNvGrpSpPr/>
            <p:nvPr/>
          </p:nvGrpSpPr>
          <p:grpSpPr>
            <a:xfrm>
              <a:off x="3175000" y="12700000"/>
              <a:ext cx="6350000" cy="3175000"/>
              <a:chOff x="0" y="0"/>
              <a:chExt cx="1972386" cy="986193"/>
            </a:xfrm>
          </p:grpSpPr>
          <p:sp>
            <p:nvSpPr>
              <p:cNvPr id="247" name="Google Shape;247;p2"/>
              <p:cNvSpPr/>
              <p:nvPr/>
            </p:nvSpPr>
            <p:spPr>
              <a:xfrm>
                <a:off x="0" y="0"/>
                <a:ext cx="1972386" cy="986193"/>
              </a:xfrm>
              <a:custGeom>
                <a:rect b="b" l="l" r="r" t="t"/>
                <a:pathLst>
                  <a:path extrusionOk="0" h="986193" w="1972386">
                    <a:moveTo>
                      <a:pt x="0" y="0"/>
                    </a:moveTo>
                    <a:lnTo>
                      <a:pt x="1972386" y="0"/>
                    </a:lnTo>
                    <a:lnTo>
                      <a:pt x="1972386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BF8D2C">
                  <a:alpha val="69804"/>
                </a:srgbClr>
              </a:solidFill>
              <a:ln>
                <a:noFill/>
              </a:ln>
            </p:spPr>
          </p:sp>
          <p:sp>
            <p:nvSpPr>
              <p:cNvPr id="248" name="Google Shape;248;p2"/>
              <p:cNvSpPr txBox="1"/>
              <p:nvPr/>
            </p:nvSpPr>
            <p:spPr>
              <a:xfrm>
                <a:off x="0" y="28575"/>
                <a:ext cx="1972386" cy="9576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32300" lIns="32300" spcFirstLastPara="1" rIns="32300" wrap="square" tIns="32300">
                <a:noAutofit/>
              </a:bodyPr>
              <a:lstStyle/>
              <a:p>
                <a:pPr indent="0" lvl="0" marL="0" marR="0" rtl="0" algn="ctr">
                  <a:lnSpc>
                    <a:spcPct val="86888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49" name="Google Shape;249;p2"/>
            <p:cNvGrpSpPr/>
            <p:nvPr/>
          </p:nvGrpSpPr>
          <p:grpSpPr>
            <a:xfrm>
              <a:off x="0" y="12700000"/>
              <a:ext cx="3175000" cy="3175000"/>
              <a:chOff x="0" y="0"/>
              <a:chExt cx="986193" cy="986193"/>
            </a:xfrm>
          </p:grpSpPr>
          <p:sp>
            <p:nvSpPr>
              <p:cNvPr id="250" name="Google Shape;250;p2"/>
              <p:cNvSpPr/>
              <p:nvPr/>
            </p:nvSpPr>
            <p:spPr>
              <a:xfrm>
                <a:off x="0" y="0"/>
                <a:ext cx="986193" cy="986193"/>
              </a:xfrm>
              <a:custGeom>
                <a:rect b="b" l="l" r="r" t="t"/>
                <a:pathLst>
                  <a:path extrusionOk="0" h="986193" w="986193">
                    <a:moveTo>
                      <a:pt x="0" y="0"/>
                    </a:moveTo>
                    <a:lnTo>
                      <a:pt x="986193" y="0"/>
                    </a:lnTo>
                    <a:lnTo>
                      <a:pt x="986193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C7212F">
                  <a:alpha val="69804"/>
                </a:srgbClr>
              </a:solidFill>
              <a:ln>
                <a:noFill/>
              </a:ln>
            </p:spPr>
          </p:sp>
          <p:sp>
            <p:nvSpPr>
              <p:cNvPr id="251" name="Google Shape;251;p2"/>
              <p:cNvSpPr txBox="1"/>
              <p:nvPr/>
            </p:nvSpPr>
            <p:spPr>
              <a:xfrm>
                <a:off x="0" y="28575"/>
                <a:ext cx="986193" cy="9576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32300" lIns="32300" spcFirstLastPara="1" rIns="32300" wrap="square" tIns="32300">
                <a:noAutofit/>
              </a:bodyPr>
              <a:lstStyle/>
              <a:p>
                <a:pPr indent="0" lvl="0" marL="0" marR="0" rtl="0" algn="ctr">
                  <a:lnSpc>
                    <a:spcPct val="86888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52" name="Google Shape;252;p2"/>
            <p:cNvGrpSpPr/>
            <p:nvPr/>
          </p:nvGrpSpPr>
          <p:grpSpPr>
            <a:xfrm>
              <a:off x="9525000" y="3175000"/>
              <a:ext cx="3175000" cy="3175000"/>
              <a:chOff x="0" y="0"/>
              <a:chExt cx="986193" cy="986193"/>
            </a:xfrm>
          </p:grpSpPr>
          <p:sp>
            <p:nvSpPr>
              <p:cNvPr id="253" name="Google Shape;253;p2"/>
              <p:cNvSpPr/>
              <p:nvPr/>
            </p:nvSpPr>
            <p:spPr>
              <a:xfrm>
                <a:off x="0" y="0"/>
                <a:ext cx="986193" cy="986193"/>
              </a:xfrm>
              <a:custGeom>
                <a:rect b="b" l="l" r="r" t="t"/>
                <a:pathLst>
                  <a:path extrusionOk="0" h="986193" w="986193">
                    <a:moveTo>
                      <a:pt x="0" y="0"/>
                    </a:moveTo>
                    <a:lnTo>
                      <a:pt x="986193" y="0"/>
                    </a:lnTo>
                    <a:lnTo>
                      <a:pt x="986193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14496A">
                  <a:alpha val="69804"/>
                </a:srgbClr>
              </a:solidFill>
              <a:ln>
                <a:noFill/>
              </a:ln>
            </p:spPr>
          </p:sp>
          <p:sp>
            <p:nvSpPr>
              <p:cNvPr id="254" name="Google Shape;254;p2"/>
              <p:cNvSpPr txBox="1"/>
              <p:nvPr/>
            </p:nvSpPr>
            <p:spPr>
              <a:xfrm>
                <a:off x="0" y="28575"/>
                <a:ext cx="986193" cy="9576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32300" lIns="32300" spcFirstLastPara="1" rIns="32300" wrap="square" tIns="32300">
                <a:noAutofit/>
              </a:bodyPr>
              <a:lstStyle/>
              <a:p>
                <a:pPr indent="0" lvl="0" marL="0" marR="0" rtl="0" algn="ctr">
                  <a:lnSpc>
                    <a:spcPct val="86888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55" name="Google Shape;255;p2"/>
            <p:cNvGrpSpPr/>
            <p:nvPr/>
          </p:nvGrpSpPr>
          <p:grpSpPr>
            <a:xfrm>
              <a:off x="9525000" y="9525000"/>
              <a:ext cx="3175000" cy="3175000"/>
              <a:chOff x="0" y="0"/>
              <a:chExt cx="986193" cy="986193"/>
            </a:xfrm>
          </p:grpSpPr>
          <p:sp>
            <p:nvSpPr>
              <p:cNvPr id="256" name="Google Shape;256;p2"/>
              <p:cNvSpPr/>
              <p:nvPr/>
            </p:nvSpPr>
            <p:spPr>
              <a:xfrm>
                <a:off x="0" y="0"/>
                <a:ext cx="986193" cy="986193"/>
              </a:xfrm>
              <a:custGeom>
                <a:rect b="b" l="l" r="r" t="t"/>
                <a:pathLst>
                  <a:path extrusionOk="0" h="986193" w="986193">
                    <a:moveTo>
                      <a:pt x="0" y="0"/>
                    </a:moveTo>
                    <a:lnTo>
                      <a:pt x="986193" y="0"/>
                    </a:lnTo>
                    <a:lnTo>
                      <a:pt x="986193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4BA146">
                  <a:alpha val="69804"/>
                </a:srgbClr>
              </a:solidFill>
              <a:ln>
                <a:noFill/>
              </a:ln>
            </p:spPr>
          </p:sp>
          <p:sp>
            <p:nvSpPr>
              <p:cNvPr id="257" name="Google Shape;257;p2"/>
              <p:cNvSpPr txBox="1"/>
              <p:nvPr/>
            </p:nvSpPr>
            <p:spPr>
              <a:xfrm>
                <a:off x="0" y="28575"/>
                <a:ext cx="986193" cy="9576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32300" lIns="32300" spcFirstLastPara="1" rIns="32300" wrap="square" tIns="32300">
                <a:noAutofit/>
              </a:bodyPr>
              <a:lstStyle/>
              <a:p>
                <a:pPr indent="0" lvl="0" marL="0" marR="0" rtl="0" algn="ctr">
                  <a:lnSpc>
                    <a:spcPct val="86888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58" name="Google Shape;258;p2"/>
            <p:cNvGrpSpPr/>
            <p:nvPr/>
          </p:nvGrpSpPr>
          <p:grpSpPr>
            <a:xfrm>
              <a:off x="9525000" y="12700000"/>
              <a:ext cx="3175000" cy="3175000"/>
              <a:chOff x="0" y="0"/>
              <a:chExt cx="986193" cy="986193"/>
            </a:xfrm>
          </p:grpSpPr>
          <p:sp>
            <p:nvSpPr>
              <p:cNvPr id="259" name="Google Shape;259;p2"/>
              <p:cNvSpPr/>
              <p:nvPr/>
            </p:nvSpPr>
            <p:spPr>
              <a:xfrm>
                <a:off x="0" y="0"/>
                <a:ext cx="986193" cy="986193"/>
              </a:xfrm>
              <a:custGeom>
                <a:rect b="b" l="l" r="r" t="t"/>
                <a:pathLst>
                  <a:path extrusionOk="0" h="986193" w="986193">
                    <a:moveTo>
                      <a:pt x="0" y="0"/>
                    </a:moveTo>
                    <a:lnTo>
                      <a:pt x="986193" y="0"/>
                    </a:lnTo>
                    <a:lnTo>
                      <a:pt x="986193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DD1767">
                  <a:alpha val="69804"/>
                </a:srgbClr>
              </a:solidFill>
              <a:ln>
                <a:noFill/>
              </a:ln>
            </p:spPr>
          </p:sp>
          <p:sp>
            <p:nvSpPr>
              <p:cNvPr id="260" name="Google Shape;260;p2"/>
              <p:cNvSpPr txBox="1"/>
              <p:nvPr/>
            </p:nvSpPr>
            <p:spPr>
              <a:xfrm>
                <a:off x="0" y="28575"/>
                <a:ext cx="986193" cy="9576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32300" lIns="32300" spcFirstLastPara="1" rIns="32300" wrap="square" tIns="32300">
                <a:noAutofit/>
              </a:bodyPr>
              <a:lstStyle/>
              <a:p>
                <a:pPr indent="0" lvl="0" marL="0" marR="0" rtl="0" algn="ctr">
                  <a:lnSpc>
                    <a:spcPct val="86888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61" name="Google Shape;261;p2"/>
            <p:cNvGrpSpPr/>
            <p:nvPr/>
          </p:nvGrpSpPr>
          <p:grpSpPr>
            <a:xfrm>
              <a:off x="9525000" y="6350000"/>
              <a:ext cx="3175000" cy="3175000"/>
              <a:chOff x="0" y="0"/>
              <a:chExt cx="986193" cy="986193"/>
            </a:xfrm>
          </p:grpSpPr>
          <p:sp>
            <p:nvSpPr>
              <p:cNvPr id="262" name="Google Shape;262;p2"/>
              <p:cNvSpPr/>
              <p:nvPr/>
            </p:nvSpPr>
            <p:spPr>
              <a:xfrm>
                <a:off x="0" y="0"/>
                <a:ext cx="986193" cy="986193"/>
              </a:xfrm>
              <a:custGeom>
                <a:rect b="b" l="l" r="r" t="t"/>
                <a:pathLst>
                  <a:path extrusionOk="0" h="986193" w="986193">
                    <a:moveTo>
                      <a:pt x="0" y="0"/>
                    </a:moveTo>
                    <a:lnTo>
                      <a:pt x="986193" y="0"/>
                    </a:lnTo>
                    <a:lnTo>
                      <a:pt x="986193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EE402D">
                  <a:alpha val="69804"/>
                </a:srgbClr>
              </a:solidFill>
              <a:ln>
                <a:noFill/>
              </a:ln>
            </p:spPr>
          </p:sp>
          <p:sp>
            <p:nvSpPr>
              <p:cNvPr id="263" name="Google Shape;263;p2"/>
              <p:cNvSpPr txBox="1"/>
              <p:nvPr/>
            </p:nvSpPr>
            <p:spPr>
              <a:xfrm>
                <a:off x="0" y="28575"/>
                <a:ext cx="986193" cy="9576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32300" lIns="32300" spcFirstLastPara="1" rIns="32300" wrap="square" tIns="32300">
                <a:noAutofit/>
              </a:bodyPr>
              <a:lstStyle/>
              <a:p>
                <a:pPr indent="0" lvl="0" marL="0" marR="0" rtl="0" algn="ctr">
                  <a:lnSpc>
                    <a:spcPct val="86888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264" name="Google Shape;264;p2"/>
          <p:cNvSpPr txBox="1"/>
          <p:nvPr/>
        </p:nvSpPr>
        <p:spPr>
          <a:xfrm>
            <a:off x="758478" y="2241792"/>
            <a:ext cx="16706159" cy="18341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724" u="none" cap="none" strike="noStrike">
                <a:solidFill>
                  <a:srgbClr val="000000"/>
                </a:solidFill>
                <a:latin typeface="Lato Black"/>
                <a:ea typeface="Lato Black"/>
                <a:cs typeface="Lato Black"/>
                <a:sym typeface="Lato Black"/>
              </a:rPr>
              <a:t>BEETECH – SALVE AS ABELHAS: TECNOLOGIA E EDUCAÇÃO AMBIENTAL PARA A CONSERVAÇÃO DAS ABELHAS SEM FERRÃO </a:t>
            </a:r>
            <a:endParaRPr/>
          </a:p>
        </p:txBody>
      </p:sp>
      <p:sp>
        <p:nvSpPr>
          <p:cNvPr id="265" name="Google Shape;265;p2"/>
          <p:cNvSpPr txBox="1"/>
          <p:nvPr/>
        </p:nvSpPr>
        <p:spPr>
          <a:xfrm>
            <a:off x="758478" y="4975334"/>
            <a:ext cx="14061416" cy="44442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116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26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 projeto </a:t>
            </a:r>
            <a:r>
              <a:rPr b="1" i="0" lang="en-US" sz="2826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BeeTech – Salve as Abelhas</a:t>
            </a:r>
            <a:r>
              <a:rPr b="0" i="0" lang="en-US" sz="2826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desenvolvido no </a:t>
            </a:r>
            <a:r>
              <a:rPr b="1" i="0" lang="en-US" sz="2826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IFPR Câmpus Pinhais</a:t>
            </a:r>
            <a:r>
              <a:rPr b="0" i="0" lang="en-US" sz="2826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integra um aplicativo móvel e um meliponário educativo para conscientizar a comunidade sobre a importância e a preservação das abelhas nativas sem ferrão. A iniciativa justifica-se pelas ameaças ambientais que essas espécies sofrem, como perda de habitat e agrotóxicos, além do desconhecimento público. Alinhado aos </a:t>
            </a:r>
            <a:r>
              <a:rPr b="1" i="0" lang="en-US" sz="2826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Objetivos de Desenvolvimento Sustentável (ODS) 4, 11, 13 e 15</a:t>
            </a:r>
            <a:r>
              <a:rPr b="0" i="0" lang="en-US" sz="2826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o trabalho busca promover a educação ambiental, a conservação da biodiversidade e o incentivo à meliponicultura urbana através da tecnologia e de ações educativas práticas.</a:t>
            </a:r>
            <a:endParaRPr/>
          </a:p>
          <a:p>
            <a:pPr indent="0" lvl="0" marL="0" marR="0" rtl="0" algn="just">
              <a:lnSpc>
                <a:spcPct val="1116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26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116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26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999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26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1" name="Google Shape;271;g3fbd9743079_1_109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86823" y="0"/>
            <a:ext cx="7200750" cy="10287000"/>
          </a:xfrm>
          <a:custGeom>
            <a:rect b="b" l="l" r="r" t="t"/>
            <a:pathLst>
              <a:path extrusionOk="0" h="100000" w="100000">
                <a:moveTo>
                  <a:pt x="957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30760" y="100000"/>
                </a:lnTo>
                <a:lnTo>
                  <a:pt x="26370" y="95510"/>
                </a:lnTo>
                <a:lnTo>
                  <a:pt x="26370" y="95310"/>
                </a:lnTo>
                <a:lnTo>
                  <a:pt x="25490" y="94530"/>
                </a:lnTo>
                <a:lnTo>
                  <a:pt x="25490" y="94340"/>
                </a:lnTo>
                <a:lnTo>
                  <a:pt x="22660" y="91210"/>
                </a:lnTo>
                <a:lnTo>
                  <a:pt x="18360" y="85550"/>
                </a:lnTo>
                <a:lnTo>
                  <a:pt x="15140" y="80660"/>
                </a:lnTo>
                <a:lnTo>
                  <a:pt x="11910" y="75000"/>
                </a:lnTo>
                <a:lnTo>
                  <a:pt x="9280" y="69530"/>
                </a:lnTo>
                <a:lnTo>
                  <a:pt x="6840" y="63380"/>
                </a:lnTo>
                <a:lnTo>
                  <a:pt x="4790" y="56740"/>
                </a:lnTo>
                <a:lnTo>
                  <a:pt x="3320" y="50200"/>
                </a:lnTo>
                <a:lnTo>
                  <a:pt x="2440" y="44140"/>
                </a:lnTo>
                <a:lnTo>
                  <a:pt x="2050" y="39060"/>
                </a:lnTo>
                <a:lnTo>
                  <a:pt x="2050" y="30860"/>
                </a:lnTo>
                <a:lnTo>
                  <a:pt x="2540" y="25000"/>
                </a:lnTo>
                <a:lnTo>
                  <a:pt x="3320" y="19820"/>
                </a:lnTo>
                <a:lnTo>
                  <a:pt x="4880" y="12890"/>
                </a:lnTo>
                <a:lnTo>
                  <a:pt x="6930" y="6350"/>
                </a:lnTo>
                <a:close/>
              </a:path>
            </a:pathLst>
          </a:custGeom>
          <a:noFill/>
          <a:ln>
            <a:noFill/>
          </a:ln>
        </p:spPr>
      </p:pic>
      <p:sp>
        <p:nvSpPr>
          <p:cNvPr id="272" name="Google Shape;272;g3fbd9743079_1_1092"/>
          <p:cNvSpPr/>
          <p:nvPr/>
        </p:nvSpPr>
        <p:spPr>
          <a:xfrm>
            <a:off x="992229" y="328175"/>
            <a:ext cx="2136300" cy="396900"/>
          </a:xfrm>
          <a:prstGeom prst="roundRect">
            <a:avLst>
              <a:gd fmla="val 47412" name="adj"/>
            </a:avLst>
          </a:prstGeom>
          <a:solidFill>
            <a:srgbClr val="CCFFEF"/>
          </a:solidFill>
          <a:ln>
            <a:noFill/>
          </a:ln>
        </p:spPr>
        <p:txBody>
          <a:bodyPr anchorCtr="0" anchor="ctr" bIns="137150" lIns="137150" spcFirstLastPara="1" rIns="137150" wrap="square" tIns="137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g3fbd9743079_1_1092"/>
          <p:cNvSpPr/>
          <p:nvPr/>
        </p:nvSpPr>
        <p:spPr>
          <a:xfrm>
            <a:off x="1148925" y="356469"/>
            <a:ext cx="2244600" cy="3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4B4A4A"/>
              </a:buClr>
              <a:buSzPts val="1600"/>
              <a:buFont typeface="Geist"/>
              <a:buNone/>
            </a:pPr>
            <a:r>
              <a:rPr lang="en-US" sz="2200">
                <a:solidFill>
                  <a:srgbClr val="4B4A4A"/>
                </a:solidFill>
                <a:latin typeface="Geist"/>
                <a:ea typeface="Geist"/>
                <a:cs typeface="Geist"/>
                <a:sym typeface="Geist"/>
              </a:rPr>
              <a:t>O PROBLEMA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g3fbd9743079_1_1092"/>
          <p:cNvSpPr/>
          <p:nvPr/>
        </p:nvSpPr>
        <p:spPr>
          <a:xfrm>
            <a:off x="992225" y="982299"/>
            <a:ext cx="9445500" cy="144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6747"/>
              </a:buClr>
              <a:buSzPts val="5100"/>
              <a:buFont typeface="Arial"/>
              <a:buNone/>
            </a:pPr>
            <a:r>
              <a:rPr b="1" lang="en-US" sz="5100">
                <a:solidFill>
                  <a:srgbClr val="006747"/>
                </a:solidFill>
                <a:latin typeface="Arial"/>
                <a:ea typeface="Arial"/>
                <a:cs typeface="Arial"/>
                <a:sym typeface="Arial"/>
              </a:rPr>
              <a:t>Por Que as Abelhas Nativas Estão em Risco?</a:t>
            </a:r>
            <a:endParaRPr sz="5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g3fbd9743079_1_1092"/>
          <p:cNvSpPr/>
          <p:nvPr/>
        </p:nvSpPr>
        <p:spPr>
          <a:xfrm>
            <a:off x="779750" y="2679950"/>
            <a:ext cx="4814700" cy="4193100"/>
          </a:xfrm>
          <a:prstGeom prst="roundRect">
            <a:avLst>
              <a:gd fmla="val 6682" name="adj"/>
            </a:avLst>
          </a:prstGeom>
          <a:solidFill>
            <a:srgbClr val="D1EFE4"/>
          </a:solidFill>
          <a:ln cap="flat" cmpd="sng" w="14300">
            <a:solidFill>
              <a:srgbClr val="B7D5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37150" lIns="137150" spcFirstLastPara="1" rIns="137150" wrap="square" tIns="137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g3fbd9743079_1_1092"/>
          <p:cNvSpPr/>
          <p:nvPr/>
        </p:nvSpPr>
        <p:spPr>
          <a:xfrm>
            <a:off x="992225" y="2679900"/>
            <a:ext cx="4331400" cy="9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REM"/>
              <a:buNone/>
            </a:pPr>
            <a:r>
              <a:rPr b="1" lang="en-US" sz="2600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🏙️</a:t>
            </a:r>
            <a:r>
              <a:rPr b="1" lang="en-US" sz="2600">
                <a:solidFill>
                  <a:srgbClr val="4B4A4A"/>
                </a:solidFill>
                <a:latin typeface="Arial"/>
                <a:ea typeface="Arial"/>
                <a:cs typeface="Arial"/>
                <a:sym typeface="Arial"/>
              </a:rPr>
              <a:t> Perda de Habitat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g3fbd9743079_1_1092"/>
          <p:cNvSpPr/>
          <p:nvPr/>
        </p:nvSpPr>
        <p:spPr>
          <a:xfrm>
            <a:off x="1263075" y="3289602"/>
            <a:ext cx="4060500" cy="290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4B4A4A"/>
              </a:buClr>
              <a:buSzPts val="2000"/>
              <a:buFont typeface="Geist"/>
              <a:buNone/>
            </a:pPr>
            <a:r>
              <a:rPr lang="en-US" sz="2700">
                <a:solidFill>
                  <a:srgbClr val="4B4A4A"/>
                </a:solidFill>
                <a:latin typeface="Geist"/>
                <a:ea typeface="Geist"/>
                <a:cs typeface="Geist"/>
                <a:sym typeface="Geist"/>
              </a:rPr>
              <a:t>A urbanização acelerada e o uso imoderado de defensivos agrícolas reduzem drasticamente as populações de polinizadores nativos.</a:t>
            </a:r>
            <a:endParaRPr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g3fbd9743079_1_1092"/>
          <p:cNvSpPr/>
          <p:nvPr/>
        </p:nvSpPr>
        <p:spPr>
          <a:xfrm>
            <a:off x="5835250" y="2679900"/>
            <a:ext cx="4602600" cy="4193100"/>
          </a:xfrm>
          <a:prstGeom prst="roundRect">
            <a:avLst>
              <a:gd fmla="val 6682" name="adj"/>
            </a:avLst>
          </a:prstGeom>
          <a:solidFill>
            <a:srgbClr val="D1EFE4"/>
          </a:solidFill>
          <a:ln cap="flat" cmpd="sng" w="14300">
            <a:solidFill>
              <a:srgbClr val="B7D5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37150" lIns="137150" spcFirstLastPara="1" rIns="137150" wrap="square" tIns="137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g3fbd9743079_1_1092"/>
          <p:cNvSpPr/>
          <p:nvPr/>
        </p:nvSpPr>
        <p:spPr>
          <a:xfrm>
            <a:off x="5835225" y="2835575"/>
            <a:ext cx="4331400" cy="9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REM"/>
              <a:buNone/>
            </a:pPr>
            <a:r>
              <a:rPr b="1" lang="en-US" sz="2600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📵</a:t>
            </a:r>
            <a:r>
              <a:rPr b="1" lang="en-US" sz="2600">
                <a:solidFill>
                  <a:srgbClr val="4B4A4A"/>
                </a:solidFill>
                <a:latin typeface="Arial"/>
                <a:ea typeface="Arial"/>
                <a:cs typeface="Arial"/>
                <a:sym typeface="Arial"/>
              </a:rPr>
              <a:t> Falta de Engajamento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g3fbd9743079_1_1092"/>
          <p:cNvSpPr/>
          <p:nvPr/>
        </p:nvSpPr>
        <p:spPr>
          <a:xfrm>
            <a:off x="6106125" y="3429000"/>
            <a:ext cx="40605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4B4A4A"/>
              </a:buClr>
              <a:buSzPts val="2000"/>
              <a:buFont typeface="Geist"/>
              <a:buNone/>
            </a:pPr>
            <a:r>
              <a:rPr lang="en-US" sz="2700">
                <a:solidFill>
                  <a:srgbClr val="4B4A4A"/>
                </a:solidFill>
                <a:latin typeface="Geist"/>
                <a:ea typeface="Geist"/>
                <a:cs typeface="Geist"/>
                <a:sym typeface="Geist"/>
              </a:rPr>
              <a:t>A população quer ajudar o meio ambiente, mas não sabe como agir de forma ativa, segura e continuada dentro das cidades ou escolas.</a:t>
            </a:r>
            <a:endParaRPr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g3fbd9743079_1_1092"/>
          <p:cNvSpPr/>
          <p:nvPr/>
        </p:nvSpPr>
        <p:spPr>
          <a:xfrm>
            <a:off x="779750" y="7113823"/>
            <a:ext cx="9657900" cy="2783400"/>
          </a:xfrm>
          <a:prstGeom prst="roundRect">
            <a:avLst>
              <a:gd fmla="val 10188" name="adj"/>
            </a:avLst>
          </a:prstGeom>
          <a:solidFill>
            <a:srgbClr val="D1EFE4"/>
          </a:solidFill>
          <a:ln cap="flat" cmpd="sng" w="14300">
            <a:solidFill>
              <a:srgbClr val="B7D5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37150" lIns="137150" spcFirstLastPara="1" rIns="137150" wrap="square" tIns="137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g3fbd9743079_1_1092"/>
          <p:cNvSpPr/>
          <p:nvPr/>
        </p:nvSpPr>
        <p:spPr>
          <a:xfrm>
            <a:off x="1263072" y="7384702"/>
            <a:ext cx="8903700" cy="41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REM"/>
              <a:buNone/>
            </a:pPr>
            <a:r>
              <a:rPr b="1" lang="en-US" sz="2600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🐝</a:t>
            </a:r>
            <a:r>
              <a:rPr b="1" lang="en-US" sz="2600">
                <a:solidFill>
                  <a:srgbClr val="4B4A4A"/>
                </a:solidFill>
                <a:latin typeface="Arial"/>
                <a:ea typeface="Arial"/>
                <a:cs typeface="Arial"/>
                <a:sym typeface="Arial"/>
              </a:rPr>
              <a:t> Espécies Invisíveis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g3fbd9743079_1_1092"/>
          <p:cNvSpPr/>
          <p:nvPr/>
        </p:nvSpPr>
        <p:spPr>
          <a:xfrm>
            <a:off x="1263075" y="7946974"/>
            <a:ext cx="8903700" cy="19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4B4A4A"/>
              </a:buClr>
              <a:buSzPts val="2000"/>
              <a:buFont typeface="Geist"/>
              <a:buNone/>
            </a:pPr>
            <a:r>
              <a:rPr lang="en-US" sz="2700">
                <a:solidFill>
                  <a:srgbClr val="4B4A4A"/>
                </a:solidFill>
                <a:latin typeface="Geist"/>
                <a:ea typeface="Geist"/>
                <a:cs typeface="Geist"/>
                <a:sym typeface="Geist"/>
              </a:rPr>
              <a:t>Abelhas Sem Ferrão (ASF) como Jataí, Mandaçaia e Uruçu são pouco conhecidas, apesar de seu papel insubstituível nos ecossistemas brasileiros.</a:t>
            </a:r>
            <a:endParaRPr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g3fbd9743079_1_1109"/>
          <p:cNvSpPr/>
          <p:nvPr/>
        </p:nvSpPr>
        <p:spPr>
          <a:xfrm>
            <a:off x="1103877" y="857450"/>
            <a:ext cx="1926000" cy="386100"/>
          </a:xfrm>
          <a:prstGeom prst="roundRect">
            <a:avLst>
              <a:gd fmla="val 47388" name="adj"/>
            </a:avLst>
          </a:prstGeom>
          <a:solidFill>
            <a:srgbClr val="CCFFEF"/>
          </a:solidFill>
          <a:ln>
            <a:noFill/>
          </a:ln>
        </p:spPr>
        <p:txBody>
          <a:bodyPr anchorCtr="0" anchor="ctr" bIns="137150" lIns="137150" spcFirstLastPara="1" rIns="137150" wrap="square" tIns="137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g3fbd9743079_1_1109"/>
          <p:cNvSpPr/>
          <p:nvPr/>
        </p:nvSpPr>
        <p:spPr>
          <a:xfrm>
            <a:off x="1225975" y="864200"/>
            <a:ext cx="1926000" cy="34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4B4A4A"/>
              </a:buClr>
              <a:buSzPts val="1400"/>
              <a:buFont typeface="Geist"/>
              <a:buNone/>
            </a:pPr>
            <a:r>
              <a:rPr lang="en-US" sz="2000">
                <a:solidFill>
                  <a:srgbClr val="4B4A4A"/>
                </a:solidFill>
                <a:latin typeface="Geist"/>
                <a:ea typeface="Geist"/>
                <a:cs typeface="Geist"/>
                <a:sym typeface="Geist"/>
              </a:rPr>
              <a:t>A </a:t>
            </a:r>
            <a:r>
              <a:rPr lang="en-US" sz="2200">
                <a:solidFill>
                  <a:srgbClr val="4B4A4A"/>
                </a:solidFill>
                <a:latin typeface="Geist"/>
                <a:ea typeface="Geist"/>
                <a:cs typeface="Geist"/>
                <a:sym typeface="Geist"/>
              </a:rPr>
              <a:t>SOLUÇÃO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g3fbd9743079_1_1109"/>
          <p:cNvSpPr/>
          <p:nvPr/>
        </p:nvSpPr>
        <p:spPr>
          <a:xfrm>
            <a:off x="992213" y="1402706"/>
            <a:ext cx="16303200" cy="7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6747"/>
              </a:buClr>
              <a:buSzPts val="4600"/>
              <a:buFont typeface="Arial"/>
              <a:buNone/>
            </a:pPr>
            <a:r>
              <a:rPr b="1" lang="en-US" sz="4600">
                <a:solidFill>
                  <a:srgbClr val="006747"/>
                </a:solidFill>
                <a:latin typeface="Arial"/>
                <a:ea typeface="Arial"/>
                <a:cs typeface="Arial"/>
                <a:sym typeface="Arial"/>
              </a:rPr>
              <a:t>BeeTech: Um Ecossistema de Preservação</a:t>
            </a:r>
            <a:endParaRPr sz="4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g3fbd9743079_1_1109"/>
          <p:cNvSpPr/>
          <p:nvPr/>
        </p:nvSpPr>
        <p:spPr>
          <a:xfrm>
            <a:off x="992213" y="2427983"/>
            <a:ext cx="17217300" cy="34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4B4A4A"/>
              </a:buClr>
              <a:buSzPts val="1800"/>
              <a:buFont typeface="Geist"/>
              <a:buNone/>
            </a:pPr>
            <a:r>
              <a:rPr lang="en-US" sz="2800">
                <a:solidFill>
                  <a:srgbClr val="4B4A4A"/>
                </a:solidFill>
                <a:latin typeface="Geist"/>
                <a:ea typeface="Geist"/>
                <a:cs typeface="Geist"/>
                <a:sym typeface="Geist"/>
              </a:rPr>
              <a:t>A BeeTech não é apenas um produto — é uma </a:t>
            </a:r>
            <a:r>
              <a:rPr b="1" lang="en-US" sz="2800">
                <a:solidFill>
                  <a:srgbClr val="4B4A4A"/>
                </a:solidFill>
                <a:latin typeface="Geist"/>
                <a:ea typeface="Geist"/>
                <a:cs typeface="Geist"/>
                <a:sym typeface="Geist"/>
              </a:rPr>
              <a:t>plataforma integrada</a:t>
            </a:r>
            <a:r>
              <a:rPr lang="en-US" sz="2800">
                <a:solidFill>
                  <a:srgbClr val="4B4A4A"/>
                </a:solidFill>
                <a:latin typeface="Geist"/>
                <a:ea typeface="Geist"/>
                <a:cs typeface="Geist"/>
                <a:sym typeface="Geist"/>
              </a:rPr>
              <a:t> de conservação urbana e educacional que conecta pessoas, tecnologia e natureza.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93" name="Google Shape;293;g3fbd9743079_1_110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915925" y="3697275"/>
            <a:ext cx="6811026" cy="1793525"/>
          </a:xfrm>
          <a:prstGeom prst="rect">
            <a:avLst/>
          </a:prstGeom>
          <a:noFill/>
          <a:ln>
            <a:noFill/>
          </a:ln>
        </p:spPr>
      </p:pic>
      <p:sp>
        <p:nvSpPr>
          <p:cNvPr id="294" name="Google Shape;294;g3fbd9743079_1_1109"/>
          <p:cNvSpPr/>
          <p:nvPr/>
        </p:nvSpPr>
        <p:spPr>
          <a:xfrm>
            <a:off x="10174275" y="3802775"/>
            <a:ext cx="5660100" cy="6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REM"/>
              <a:buNone/>
            </a:pPr>
            <a:r>
              <a:rPr b="1" lang="en-US" sz="2700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🎨</a:t>
            </a:r>
            <a:r>
              <a:rPr b="1" lang="en-US" sz="2700">
                <a:solidFill>
                  <a:srgbClr val="4B4A4A"/>
                </a:solidFill>
                <a:latin typeface="Arial"/>
                <a:ea typeface="Arial"/>
                <a:cs typeface="Arial"/>
                <a:sym typeface="Arial"/>
              </a:rPr>
              <a:t> Caixas Personalizadas</a:t>
            </a:r>
            <a:endParaRPr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g3fbd9743079_1_1109"/>
          <p:cNvSpPr/>
          <p:nvPr/>
        </p:nvSpPr>
        <p:spPr>
          <a:xfrm>
            <a:off x="10338675" y="4506175"/>
            <a:ext cx="5387700" cy="7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4B4A4A"/>
              </a:buClr>
              <a:buSzPts val="1800"/>
              <a:buFont typeface="Geist"/>
              <a:buNone/>
            </a:pPr>
            <a:r>
              <a:rPr lang="en-US" sz="2600">
                <a:solidFill>
                  <a:srgbClr val="4B4A4A"/>
                </a:solidFill>
                <a:latin typeface="Geist"/>
                <a:ea typeface="Geist"/>
                <a:cs typeface="Geist"/>
                <a:sym typeface="Geist"/>
              </a:rPr>
              <a:t>Design que gera identidade e conexão emocional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96" name="Google Shape;296;g3fbd9743079_1_110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915925" y="5761475"/>
            <a:ext cx="6775800" cy="1867925"/>
          </a:xfrm>
          <a:prstGeom prst="rect">
            <a:avLst/>
          </a:prstGeom>
          <a:noFill/>
          <a:ln>
            <a:noFill/>
          </a:ln>
        </p:spPr>
      </p:pic>
      <p:sp>
        <p:nvSpPr>
          <p:cNvPr id="297" name="Google Shape;297;g3fbd9743079_1_1109"/>
          <p:cNvSpPr/>
          <p:nvPr/>
        </p:nvSpPr>
        <p:spPr>
          <a:xfrm>
            <a:off x="10174275" y="5863975"/>
            <a:ext cx="5988900" cy="3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REM"/>
              <a:buNone/>
            </a:pPr>
            <a:r>
              <a:rPr b="1" lang="en-US" sz="2700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🌿</a:t>
            </a:r>
            <a:r>
              <a:rPr b="1" lang="en-US" sz="2700">
                <a:solidFill>
                  <a:srgbClr val="4B4A4A"/>
                </a:solidFill>
                <a:latin typeface="Arial"/>
                <a:ea typeface="Arial"/>
                <a:cs typeface="Arial"/>
                <a:sym typeface="Arial"/>
              </a:rPr>
              <a:t> Kit do Habitat</a:t>
            </a:r>
            <a:endParaRPr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g3fbd9743079_1_1109"/>
          <p:cNvSpPr/>
          <p:nvPr/>
        </p:nvSpPr>
        <p:spPr>
          <a:xfrm>
            <a:off x="10174275" y="6366938"/>
            <a:ext cx="5838600" cy="95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4B4A4A"/>
              </a:buClr>
              <a:buSzPts val="1800"/>
              <a:buFont typeface="Geist"/>
              <a:buNone/>
            </a:pPr>
            <a:r>
              <a:rPr lang="en-US" sz="2600">
                <a:solidFill>
                  <a:srgbClr val="4B4A4A"/>
                </a:solidFill>
                <a:latin typeface="Geist"/>
                <a:ea typeface="Geist"/>
                <a:cs typeface="Geist"/>
                <a:sym typeface="Geist"/>
              </a:rPr>
              <a:t>Colmeia + sementes nativas para garantir a sobrevivência da colônia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99" name="Google Shape;299;g3fbd9743079_1_110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915925" y="7825675"/>
            <a:ext cx="6811026" cy="1867925"/>
          </a:xfrm>
          <a:prstGeom prst="rect">
            <a:avLst/>
          </a:prstGeom>
          <a:noFill/>
          <a:ln>
            <a:noFill/>
          </a:ln>
        </p:spPr>
      </p:pic>
      <p:sp>
        <p:nvSpPr>
          <p:cNvPr id="300" name="Google Shape;300;g3fbd9743079_1_1109"/>
          <p:cNvSpPr/>
          <p:nvPr/>
        </p:nvSpPr>
        <p:spPr>
          <a:xfrm>
            <a:off x="10174275" y="8110475"/>
            <a:ext cx="6552600" cy="3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REM"/>
              <a:buNone/>
            </a:pPr>
            <a:r>
              <a:rPr b="1" lang="en-US" sz="2700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📱</a:t>
            </a:r>
            <a:r>
              <a:rPr b="1" lang="en-US" sz="2700">
                <a:solidFill>
                  <a:srgbClr val="4B4A4A"/>
                </a:solidFill>
                <a:latin typeface="Arial"/>
                <a:ea typeface="Arial"/>
                <a:cs typeface="Arial"/>
                <a:sym typeface="Arial"/>
              </a:rPr>
              <a:t> App Educativo</a:t>
            </a:r>
            <a:endParaRPr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g3fbd9743079_1_1109"/>
          <p:cNvSpPr/>
          <p:nvPr/>
        </p:nvSpPr>
        <p:spPr>
          <a:xfrm>
            <a:off x="10174275" y="8697600"/>
            <a:ext cx="6775800" cy="6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4B4A4A"/>
              </a:buClr>
              <a:buSzPts val="1800"/>
              <a:buFont typeface="Geist"/>
              <a:buNone/>
            </a:pPr>
            <a:r>
              <a:rPr lang="en-US" sz="2600">
                <a:solidFill>
                  <a:srgbClr val="4B4A4A"/>
                </a:solidFill>
                <a:latin typeface="Geist"/>
                <a:ea typeface="Geist"/>
                <a:cs typeface="Geist"/>
                <a:sym typeface="Geist"/>
              </a:rPr>
              <a:t>Gamificação e educação ambiental no dia a dia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02" name="Google Shape;302;g3fbd9743079_1_110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92225" y="3697275"/>
            <a:ext cx="7544899" cy="59963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g3fbd9743079_1_1127"/>
          <p:cNvSpPr/>
          <p:nvPr/>
        </p:nvSpPr>
        <p:spPr>
          <a:xfrm>
            <a:off x="992228" y="836125"/>
            <a:ext cx="3861900" cy="430500"/>
          </a:xfrm>
          <a:prstGeom prst="roundRect">
            <a:avLst>
              <a:gd fmla="val 47396" name="adj"/>
            </a:avLst>
          </a:prstGeom>
          <a:noFill/>
          <a:ln cap="flat" cmpd="sng" w="14300">
            <a:solidFill>
              <a:srgbClr val="00674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37150" lIns="137150" spcFirstLastPara="1" rIns="137150" wrap="square" tIns="137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g3fbd9743079_1_1127"/>
          <p:cNvSpPr/>
          <p:nvPr/>
        </p:nvSpPr>
        <p:spPr>
          <a:xfrm>
            <a:off x="1162318" y="921098"/>
            <a:ext cx="3691800" cy="26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006747"/>
              </a:buClr>
              <a:buSzPts val="1700"/>
              <a:buFont typeface="Geist"/>
              <a:buNone/>
            </a:pPr>
            <a:r>
              <a:rPr lang="en-US" sz="2200">
                <a:solidFill>
                  <a:srgbClr val="006747"/>
                </a:solidFill>
                <a:latin typeface="Geist"/>
                <a:ea typeface="Geist"/>
                <a:cs typeface="Geist"/>
                <a:sym typeface="Geist"/>
              </a:rPr>
              <a:t>PERTENCIMENTO E AFETO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g3fbd9743079_1_1127"/>
          <p:cNvSpPr/>
          <p:nvPr/>
        </p:nvSpPr>
        <p:spPr>
          <a:xfrm>
            <a:off x="992213" y="1380233"/>
            <a:ext cx="9445500" cy="177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6747"/>
              </a:buClr>
              <a:buSzPts val="5600"/>
              <a:buFont typeface="Arial"/>
              <a:buNone/>
            </a:pPr>
            <a:r>
              <a:rPr b="1" lang="en-US" sz="5600">
                <a:solidFill>
                  <a:srgbClr val="006747"/>
                </a:solidFill>
                <a:latin typeface="Arial"/>
                <a:ea typeface="Arial"/>
                <a:cs typeface="Arial"/>
                <a:sym typeface="Arial"/>
              </a:rPr>
              <a:t>Caixas que Viram Identidade</a:t>
            </a:r>
            <a:endParaRPr sz="5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g3fbd9743079_1_1127"/>
          <p:cNvSpPr/>
          <p:nvPr/>
        </p:nvSpPr>
        <p:spPr>
          <a:xfrm>
            <a:off x="992225" y="3304474"/>
            <a:ext cx="9445500" cy="208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4B4A4A"/>
              </a:buClr>
              <a:buSzPts val="2200"/>
              <a:buFont typeface="Geist"/>
              <a:buNone/>
            </a:pPr>
            <a:r>
              <a:rPr lang="en-US" sz="2700">
                <a:solidFill>
                  <a:srgbClr val="4B4A4A"/>
                </a:solidFill>
                <a:latin typeface="Geist"/>
                <a:ea typeface="Geist"/>
                <a:cs typeface="Geist"/>
                <a:sym typeface="Geist"/>
              </a:rPr>
              <a:t>A meliponicultura tradicional usa caixas padronizadas e estritamente funcionais. A BeeTech transforma esse abrigo em uma </a:t>
            </a:r>
            <a:r>
              <a:rPr b="1" lang="en-US" sz="2700">
                <a:solidFill>
                  <a:srgbClr val="4B4A4A"/>
                </a:solidFill>
                <a:latin typeface="Geist"/>
                <a:ea typeface="Geist"/>
                <a:cs typeface="Geist"/>
                <a:sym typeface="Geist"/>
              </a:rPr>
              <a:t>peça de design, orgulho local e conexão emocional</a:t>
            </a:r>
            <a:r>
              <a:rPr lang="en-US" sz="2700">
                <a:solidFill>
                  <a:srgbClr val="4B4A4A"/>
                </a:solidFill>
                <a:latin typeface="Geist"/>
                <a:ea typeface="Geist"/>
                <a:cs typeface="Geist"/>
                <a:sym typeface="Geist"/>
              </a:rPr>
              <a:t> — para escolas, parques, residências e empresas.</a:t>
            </a:r>
            <a:endParaRPr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g3fbd9743079_1_1127"/>
          <p:cNvSpPr/>
          <p:nvPr/>
        </p:nvSpPr>
        <p:spPr>
          <a:xfrm>
            <a:off x="992213" y="5710833"/>
            <a:ext cx="9445500" cy="3739800"/>
          </a:xfrm>
          <a:prstGeom prst="roundRect">
            <a:avLst>
              <a:gd fmla="val 6823" name="adj"/>
            </a:avLst>
          </a:prstGeom>
          <a:solidFill>
            <a:srgbClr val="D1EFE4"/>
          </a:solidFill>
          <a:ln cap="flat" cmpd="sng" w="14300">
            <a:solidFill>
              <a:srgbClr val="B7D5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37150" lIns="137150" spcFirstLastPara="1" rIns="137150" wrap="square" tIns="137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g3fbd9743079_1_1127"/>
          <p:cNvSpPr/>
          <p:nvPr/>
        </p:nvSpPr>
        <p:spPr>
          <a:xfrm>
            <a:off x="1001750" y="5391875"/>
            <a:ext cx="9426240" cy="2088395"/>
          </a:xfrm>
          <a:custGeom>
            <a:rect b="b" l="l" r="r" t="t"/>
            <a:pathLst>
              <a:path extrusionOk="0" h="1089124" w="6284160">
                <a:moveTo>
                  <a:pt x="141764" y="0"/>
                </a:moveTo>
                <a:lnTo>
                  <a:pt x="6142396" y="0"/>
                </a:lnTo>
                <a:cubicBezTo>
                  <a:pt x="6179994" y="0"/>
                  <a:pt x="6216052" y="14936"/>
                  <a:pt x="6242638" y="41523"/>
                </a:cubicBezTo>
                <a:cubicBezTo>
                  <a:pt x="6269224" y="68110"/>
                  <a:pt x="6284160" y="104169"/>
                  <a:pt x="6284160" y="141768"/>
                </a:cubicBezTo>
                <a:lnTo>
                  <a:pt x="6284160" y="1089124"/>
                </a:lnTo>
                <a:lnTo>
                  <a:pt x="0" y="1089124"/>
                </a:lnTo>
                <a:lnTo>
                  <a:pt x="0" y="141768"/>
                </a:lnTo>
                <a:cubicBezTo>
                  <a:pt x="0" y="63472"/>
                  <a:pt x="63470" y="0"/>
                  <a:pt x="141764" y="0"/>
                </a:cubicBezTo>
                <a:close/>
              </a:path>
            </a:pathLst>
          </a:custGeom>
          <a:solidFill>
            <a:srgbClr val="D1EFE4"/>
          </a:solidFill>
          <a:ln>
            <a:noFill/>
          </a:ln>
        </p:spPr>
        <p:txBody>
          <a:bodyPr anchorCtr="0" anchor="ctr" bIns="137150" lIns="137150" spcFirstLastPara="1" rIns="137150" wrap="square" tIns="137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g3fbd9743079_1_1127"/>
          <p:cNvSpPr/>
          <p:nvPr/>
        </p:nvSpPr>
        <p:spPr>
          <a:xfrm>
            <a:off x="1285250" y="5710825"/>
            <a:ext cx="8859000" cy="45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4B4A4A"/>
              </a:buClr>
              <a:buSzPts val="2800"/>
              <a:buFont typeface="Arial"/>
              <a:buNone/>
            </a:pPr>
            <a:r>
              <a:rPr b="1" lang="en-US" sz="2800">
                <a:solidFill>
                  <a:srgbClr val="4B4A4A"/>
                </a:solidFill>
                <a:latin typeface="Arial"/>
                <a:ea typeface="Arial"/>
                <a:cs typeface="Arial"/>
                <a:sym typeface="Arial"/>
              </a:rPr>
              <a:t>Antes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g3fbd9743079_1_1127"/>
          <p:cNvSpPr/>
          <p:nvPr/>
        </p:nvSpPr>
        <p:spPr>
          <a:xfrm>
            <a:off x="1285250" y="6257200"/>
            <a:ext cx="8859000" cy="109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4B4A4A"/>
              </a:buClr>
              <a:buSzPts val="2200"/>
              <a:buFont typeface="Geist"/>
              <a:buNone/>
            </a:pPr>
            <a:r>
              <a:rPr lang="en-US" sz="2600">
                <a:solidFill>
                  <a:srgbClr val="4B4A4A"/>
                </a:solidFill>
                <a:latin typeface="Geist"/>
                <a:ea typeface="Geist"/>
                <a:cs typeface="Geist"/>
                <a:sym typeface="Geist"/>
              </a:rPr>
              <a:t>Caixa funcional, genérica, sem identidade visual ou apelo emocional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g3fbd9743079_1_1127"/>
          <p:cNvSpPr/>
          <p:nvPr/>
        </p:nvSpPr>
        <p:spPr>
          <a:xfrm>
            <a:off x="1001750" y="7637550"/>
            <a:ext cx="9426240" cy="2261257"/>
          </a:xfrm>
          <a:custGeom>
            <a:rect b="b" l="l" r="r" t="t"/>
            <a:pathLst>
              <a:path extrusionOk="0" h="1391543" w="6284160">
                <a:moveTo>
                  <a:pt x="0" y="0"/>
                </a:moveTo>
                <a:lnTo>
                  <a:pt x="6284160" y="0"/>
                </a:lnTo>
                <a:lnTo>
                  <a:pt x="6284160" y="1249775"/>
                </a:lnTo>
                <a:cubicBezTo>
                  <a:pt x="6284160" y="1328071"/>
                  <a:pt x="6220690" y="1391543"/>
                  <a:pt x="6142396" y="1391543"/>
                </a:cubicBezTo>
                <a:lnTo>
                  <a:pt x="141764" y="1391543"/>
                </a:lnTo>
                <a:cubicBezTo>
                  <a:pt x="63470" y="1391543"/>
                  <a:pt x="0" y="1328071"/>
                  <a:pt x="0" y="1249775"/>
                </a:cubicBezTo>
                <a:lnTo>
                  <a:pt x="0" y="0"/>
                </a:lnTo>
                <a:close/>
              </a:path>
            </a:pathLst>
          </a:custGeom>
          <a:solidFill>
            <a:srgbClr val="D1EFE4"/>
          </a:solidFill>
          <a:ln>
            <a:noFill/>
          </a:ln>
        </p:spPr>
        <p:txBody>
          <a:bodyPr anchorCtr="0" anchor="ctr" bIns="137150" lIns="137150" spcFirstLastPara="1" rIns="137150" wrap="square" tIns="137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g3fbd9743079_1_1127"/>
          <p:cNvSpPr/>
          <p:nvPr/>
        </p:nvSpPr>
        <p:spPr>
          <a:xfrm>
            <a:off x="1001738" y="7354044"/>
            <a:ext cx="9426300" cy="38400"/>
          </a:xfrm>
          <a:prstGeom prst="roundRect">
            <a:avLst>
              <a:gd fmla="val 49999" name="adj"/>
            </a:avLst>
          </a:prstGeom>
          <a:solidFill>
            <a:srgbClr val="B7D5CA"/>
          </a:solidFill>
          <a:ln>
            <a:noFill/>
          </a:ln>
        </p:spPr>
        <p:txBody>
          <a:bodyPr anchorCtr="0" anchor="ctr" bIns="137150" lIns="137150" spcFirstLastPara="1" rIns="137150" wrap="square" tIns="137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g3fbd9743079_1_1127"/>
          <p:cNvSpPr/>
          <p:nvPr/>
        </p:nvSpPr>
        <p:spPr>
          <a:xfrm>
            <a:off x="1285248" y="7637562"/>
            <a:ext cx="8859000" cy="4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4B4A4A"/>
              </a:buClr>
              <a:buSzPts val="2800"/>
              <a:buFont typeface="Arial"/>
              <a:buNone/>
            </a:pPr>
            <a:r>
              <a:rPr b="1" lang="en-US" sz="2800">
                <a:solidFill>
                  <a:srgbClr val="4B4A4A"/>
                </a:solidFill>
                <a:latin typeface="Arial"/>
                <a:ea typeface="Arial"/>
                <a:cs typeface="Arial"/>
                <a:sym typeface="Arial"/>
              </a:rPr>
              <a:t>Depois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g3fbd9743079_1_1127"/>
          <p:cNvSpPr/>
          <p:nvPr/>
        </p:nvSpPr>
        <p:spPr>
          <a:xfrm>
            <a:off x="1285248" y="8250585"/>
            <a:ext cx="8859000" cy="90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4B4A4A"/>
              </a:buClr>
              <a:buSzPts val="2200"/>
              <a:buFont typeface="Geist"/>
              <a:buNone/>
            </a:pPr>
            <a:r>
              <a:rPr lang="en-US" sz="2600">
                <a:solidFill>
                  <a:srgbClr val="4B4A4A"/>
                </a:solidFill>
                <a:latin typeface="Geist"/>
                <a:ea typeface="Geist"/>
                <a:cs typeface="Geist"/>
                <a:sym typeface="Geist"/>
              </a:rPr>
              <a:t>Caixa personalizada, estética e afetiva — gerando orgulho e cuidado contínuo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20" name="Google Shape;320;g3fbd9743079_1_11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235780" y="0"/>
            <a:ext cx="7052220" cy="102869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g3fbd9743079_1_1144"/>
          <p:cNvSpPr/>
          <p:nvPr/>
        </p:nvSpPr>
        <p:spPr>
          <a:xfrm>
            <a:off x="1070200" y="424575"/>
            <a:ext cx="3021000" cy="476100"/>
          </a:xfrm>
          <a:prstGeom prst="roundRect">
            <a:avLst>
              <a:gd fmla="val 47425" name="adj"/>
            </a:avLst>
          </a:prstGeom>
          <a:solidFill>
            <a:srgbClr val="CCFFEF"/>
          </a:solidFill>
          <a:ln>
            <a:noFill/>
          </a:ln>
        </p:spPr>
        <p:txBody>
          <a:bodyPr anchorCtr="0" anchor="ctr" bIns="137150" lIns="137150" spcFirstLastPara="1" rIns="137150" wrap="square" tIns="137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g3fbd9743079_1_1144"/>
          <p:cNvSpPr/>
          <p:nvPr/>
        </p:nvSpPr>
        <p:spPr>
          <a:xfrm>
            <a:off x="1070200" y="499875"/>
            <a:ext cx="3501900" cy="32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4B4A4A"/>
              </a:buClr>
              <a:buSzPts val="1300"/>
              <a:buFont typeface="Geist"/>
              <a:buNone/>
            </a:pPr>
            <a:r>
              <a:rPr lang="en-US" sz="2200">
                <a:solidFill>
                  <a:srgbClr val="4B4A4A"/>
                </a:solidFill>
                <a:latin typeface="Geist"/>
                <a:ea typeface="Geist"/>
                <a:cs typeface="Geist"/>
                <a:sym typeface="Geist"/>
              </a:rPr>
              <a:t>MODELO DE NEGÓCIO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g3fbd9743079_1_1144"/>
          <p:cNvSpPr/>
          <p:nvPr/>
        </p:nvSpPr>
        <p:spPr>
          <a:xfrm>
            <a:off x="992213" y="1184672"/>
            <a:ext cx="16303200" cy="65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6747"/>
              </a:buClr>
              <a:buSzPts val="4100"/>
              <a:buFont typeface="Arial"/>
              <a:buNone/>
            </a:pPr>
            <a:r>
              <a:rPr b="1" lang="en-US" sz="4100">
                <a:solidFill>
                  <a:srgbClr val="006747"/>
                </a:solidFill>
                <a:latin typeface="Arial"/>
                <a:ea typeface="Arial"/>
                <a:cs typeface="Arial"/>
                <a:sym typeface="Arial"/>
              </a:rPr>
              <a:t>O Kit do Habitat Completo</a:t>
            </a:r>
            <a:endParaRPr sz="4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29" name="Google Shape;329;g3fbd9743079_1_11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92213" y="2207876"/>
            <a:ext cx="10419199" cy="5904307"/>
          </a:xfrm>
          <a:prstGeom prst="rect">
            <a:avLst/>
          </a:prstGeom>
          <a:noFill/>
          <a:ln>
            <a:noFill/>
          </a:ln>
        </p:spPr>
      </p:pic>
      <p:sp>
        <p:nvSpPr>
          <p:cNvPr id="330" name="Google Shape;330;g3fbd9743079_1_1144"/>
          <p:cNvSpPr/>
          <p:nvPr/>
        </p:nvSpPr>
        <p:spPr>
          <a:xfrm>
            <a:off x="11928725" y="3015636"/>
            <a:ext cx="5376300" cy="260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Clr>
                <a:srgbClr val="4B4A4A"/>
              </a:buClr>
              <a:buSzPts val="1600"/>
              <a:buFont typeface="Geist"/>
              <a:buNone/>
            </a:pPr>
            <a:r>
              <a:rPr lang="en-US" sz="3100">
                <a:solidFill>
                  <a:srgbClr val="4B4A4A"/>
                </a:solidFill>
                <a:latin typeface="Geist"/>
                <a:ea typeface="Geist"/>
                <a:cs typeface="Geist"/>
                <a:sym typeface="Geist"/>
              </a:rPr>
              <a:t>Ter a colmeia é apenas metade da equação. As abelhas precisam de </a:t>
            </a:r>
            <a:r>
              <a:rPr b="1" lang="en-US" sz="3100">
                <a:solidFill>
                  <a:srgbClr val="4B4A4A"/>
                </a:solidFill>
                <a:latin typeface="Geist"/>
                <a:ea typeface="Geist"/>
                <a:cs typeface="Geist"/>
                <a:sym typeface="Geist"/>
              </a:rPr>
              <a:t>pasto meliponícola</a:t>
            </a:r>
            <a:r>
              <a:rPr lang="en-US" sz="3100">
                <a:solidFill>
                  <a:srgbClr val="4B4A4A"/>
                </a:solidFill>
                <a:latin typeface="Geist"/>
                <a:ea typeface="Geist"/>
                <a:cs typeface="Geist"/>
                <a:sym typeface="Geist"/>
              </a:rPr>
              <a:t> para prosperar. A BeeTech entrega a solução completa.</a:t>
            </a:r>
            <a:endParaRPr sz="3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31" name="Google Shape;331;g3fbd9743079_1_114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70196" y="8491166"/>
            <a:ext cx="312234" cy="312241"/>
          </a:xfrm>
          <a:prstGeom prst="rect">
            <a:avLst/>
          </a:prstGeom>
          <a:noFill/>
          <a:ln>
            <a:noFill/>
          </a:ln>
        </p:spPr>
      </p:pic>
      <p:sp>
        <p:nvSpPr>
          <p:cNvPr id="332" name="Google Shape;332;g3fbd9743079_1_1144"/>
          <p:cNvSpPr/>
          <p:nvPr/>
        </p:nvSpPr>
        <p:spPr>
          <a:xfrm>
            <a:off x="1668768" y="8484692"/>
            <a:ext cx="4630500" cy="32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4B4A4A"/>
              </a:buClr>
              <a:buSzPts val="2000"/>
              <a:buFont typeface="Arial"/>
              <a:buNone/>
            </a:pPr>
            <a:r>
              <a:rPr b="1" lang="en-US" sz="2500">
                <a:solidFill>
                  <a:srgbClr val="4B4A4A"/>
                </a:solidFill>
                <a:latin typeface="Arial"/>
                <a:ea typeface="Arial"/>
                <a:cs typeface="Arial"/>
                <a:sym typeface="Arial"/>
              </a:rPr>
              <a:t>Colmeia Personalizada</a:t>
            </a:r>
            <a:endParaRPr sz="2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g3fbd9743079_1_1144"/>
          <p:cNvSpPr/>
          <p:nvPr/>
        </p:nvSpPr>
        <p:spPr>
          <a:xfrm>
            <a:off x="1668768" y="8901708"/>
            <a:ext cx="46305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Clr>
                <a:srgbClr val="4B4A4A"/>
              </a:buClr>
              <a:buSzPts val="1600"/>
              <a:buFont typeface="Geist"/>
              <a:buNone/>
            </a:pPr>
            <a:r>
              <a:rPr lang="en-US" sz="2500">
                <a:solidFill>
                  <a:srgbClr val="4B4A4A"/>
                </a:solidFill>
                <a:latin typeface="Geist"/>
                <a:ea typeface="Geist"/>
                <a:cs typeface="Geist"/>
                <a:sym typeface="Geist"/>
              </a:rPr>
              <a:t>Caixa com design exclusivo para o ambiente do cliente</a:t>
            </a:r>
            <a:endParaRPr sz="2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34" name="Google Shape;334;g3fbd9743079_1_114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68217" y="8491166"/>
            <a:ext cx="312234" cy="312241"/>
          </a:xfrm>
          <a:prstGeom prst="rect">
            <a:avLst/>
          </a:prstGeom>
          <a:noFill/>
          <a:ln>
            <a:noFill/>
          </a:ln>
        </p:spPr>
      </p:pic>
      <p:sp>
        <p:nvSpPr>
          <p:cNvPr id="335" name="Google Shape;335;g3fbd9743079_1_1144"/>
          <p:cNvSpPr/>
          <p:nvPr/>
        </p:nvSpPr>
        <p:spPr>
          <a:xfrm>
            <a:off x="7166788" y="8484692"/>
            <a:ext cx="4630500" cy="32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4B4A4A"/>
              </a:buClr>
              <a:buSzPts val="2000"/>
              <a:buFont typeface="Arial"/>
              <a:buNone/>
            </a:pPr>
            <a:r>
              <a:rPr b="1" lang="en-US" sz="2500">
                <a:solidFill>
                  <a:srgbClr val="4B4A4A"/>
                </a:solidFill>
                <a:latin typeface="Arial"/>
                <a:ea typeface="Arial"/>
                <a:cs typeface="Arial"/>
                <a:sym typeface="Arial"/>
              </a:rPr>
              <a:t>Mudas e Sementes Nativas</a:t>
            </a:r>
            <a:endParaRPr sz="2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g3fbd9743079_1_1144"/>
          <p:cNvSpPr/>
          <p:nvPr/>
        </p:nvSpPr>
        <p:spPr>
          <a:xfrm>
            <a:off x="7166788" y="8901708"/>
            <a:ext cx="46305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Clr>
                <a:srgbClr val="4B4A4A"/>
              </a:buClr>
              <a:buSzPts val="1600"/>
              <a:buFont typeface="Geist"/>
              <a:buNone/>
            </a:pPr>
            <a:r>
              <a:rPr lang="en-US" sz="2500">
                <a:solidFill>
                  <a:srgbClr val="4B4A4A"/>
                </a:solidFill>
                <a:latin typeface="Geist"/>
                <a:ea typeface="Geist"/>
                <a:cs typeface="Geist"/>
                <a:sym typeface="Geist"/>
              </a:rPr>
              <a:t>Espécies melíferas específicas para cada região do Brasil</a:t>
            </a:r>
            <a:endParaRPr sz="2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37" name="Google Shape;337;g3fbd9743079_1_114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066236" y="8491166"/>
            <a:ext cx="312234" cy="312241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oogle Shape;338;g3fbd9743079_1_1144"/>
          <p:cNvSpPr/>
          <p:nvPr/>
        </p:nvSpPr>
        <p:spPr>
          <a:xfrm>
            <a:off x="12664808" y="8484692"/>
            <a:ext cx="4630500" cy="32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4B4A4A"/>
              </a:buClr>
              <a:buSzPts val="2000"/>
              <a:buFont typeface="Arial"/>
              <a:buNone/>
            </a:pPr>
            <a:r>
              <a:rPr b="1" lang="en-US" sz="2500">
                <a:solidFill>
                  <a:srgbClr val="4B4A4A"/>
                </a:solidFill>
                <a:latin typeface="Arial"/>
                <a:ea typeface="Arial"/>
                <a:cs typeface="Arial"/>
                <a:sym typeface="Arial"/>
              </a:rPr>
              <a:t>Micro-Refúgio Ecológico</a:t>
            </a:r>
            <a:endParaRPr sz="2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g3fbd9743079_1_1144"/>
          <p:cNvSpPr/>
          <p:nvPr/>
        </p:nvSpPr>
        <p:spPr>
          <a:xfrm>
            <a:off x="12664808" y="8901708"/>
            <a:ext cx="46305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Clr>
                <a:srgbClr val="4B4A4A"/>
              </a:buClr>
              <a:buSzPts val="1600"/>
              <a:buFont typeface="Geist"/>
              <a:buNone/>
            </a:pPr>
            <a:r>
              <a:rPr lang="en-US" sz="2500">
                <a:solidFill>
                  <a:srgbClr val="4B4A4A"/>
                </a:solidFill>
                <a:latin typeface="Geist"/>
                <a:ea typeface="Geist"/>
                <a:cs typeface="Geist"/>
                <a:sym typeface="Geist"/>
              </a:rPr>
              <a:t>Quintal, varanda ou jardim escolar transformado em habitat vivo</a:t>
            </a:r>
            <a:endParaRPr sz="2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g3fbd9743079_1_1162"/>
          <p:cNvSpPr/>
          <p:nvPr/>
        </p:nvSpPr>
        <p:spPr>
          <a:xfrm>
            <a:off x="992250" y="493603"/>
            <a:ext cx="1783800" cy="340200"/>
          </a:xfrm>
          <a:prstGeom prst="roundRect">
            <a:avLst>
              <a:gd fmla="val 47429" name="adj"/>
            </a:avLst>
          </a:prstGeom>
          <a:solidFill>
            <a:srgbClr val="CCFFEF"/>
          </a:solidFill>
          <a:ln>
            <a:noFill/>
          </a:ln>
        </p:spPr>
        <p:txBody>
          <a:bodyPr anchorCtr="0" anchor="ctr" bIns="137150" lIns="137150" spcFirstLastPara="1" rIns="137150" wrap="square" tIns="137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" name="Google Shape;346;g3fbd9743079_1_1162"/>
          <p:cNvSpPr/>
          <p:nvPr/>
        </p:nvSpPr>
        <p:spPr>
          <a:xfrm>
            <a:off x="1077200" y="493625"/>
            <a:ext cx="2027700" cy="3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4B4A4A"/>
              </a:buClr>
              <a:buSzPts val="800"/>
              <a:buFont typeface="Geist"/>
              <a:buNone/>
            </a:pPr>
            <a:r>
              <a:rPr lang="en-US" sz="2200">
                <a:solidFill>
                  <a:srgbClr val="4B4A4A"/>
                </a:solidFill>
                <a:latin typeface="Geist"/>
                <a:ea typeface="Geist"/>
                <a:cs typeface="Geist"/>
                <a:sym typeface="Geist"/>
              </a:rPr>
              <a:t>TECNOLOGIA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g3fbd9743079_1_1162"/>
          <p:cNvSpPr/>
          <p:nvPr/>
        </p:nvSpPr>
        <p:spPr>
          <a:xfrm>
            <a:off x="992225" y="1901727"/>
            <a:ext cx="16303200" cy="17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6747"/>
              </a:buClr>
              <a:buSzPts val="2800"/>
              <a:buFont typeface="Arial"/>
              <a:buNone/>
            </a:pPr>
            <a:r>
              <a:rPr b="1" lang="en-US" sz="2800">
                <a:solidFill>
                  <a:srgbClr val="006747"/>
                </a:solidFill>
                <a:latin typeface="Arial"/>
                <a:ea typeface="Arial"/>
                <a:cs typeface="Arial"/>
                <a:sym typeface="Arial"/>
              </a:rPr>
              <a:t>Aplicativo BeeTech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g3fbd9743079_1_1162"/>
          <p:cNvSpPr/>
          <p:nvPr/>
        </p:nvSpPr>
        <p:spPr>
          <a:xfrm>
            <a:off x="9593650" y="833825"/>
            <a:ext cx="7978500" cy="15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B4A4A"/>
              </a:buClr>
              <a:buSzPts val="1100"/>
              <a:buFont typeface="Geist"/>
              <a:buNone/>
            </a:pPr>
            <a:r>
              <a:rPr b="1" lang="en-US" sz="3000">
                <a:solidFill>
                  <a:srgbClr val="4B4A4A"/>
                </a:solidFill>
                <a:latin typeface="Geist"/>
                <a:ea typeface="Geist"/>
                <a:cs typeface="Geist"/>
                <a:sym typeface="Geist"/>
              </a:rPr>
              <a:t>Como transformar a preservação em </a:t>
            </a:r>
            <a:r>
              <a:rPr b="1" lang="en-US" sz="3000">
                <a:solidFill>
                  <a:srgbClr val="4B4A4A"/>
                </a:solidFill>
                <a:latin typeface="Geist"/>
                <a:ea typeface="Geist"/>
                <a:cs typeface="Geist"/>
                <a:sym typeface="Geist"/>
              </a:rPr>
              <a:t>hábito diário</a:t>
            </a:r>
            <a:r>
              <a:rPr b="1" lang="en-US" sz="3000">
                <a:solidFill>
                  <a:srgbClr val="4B4A4A"/>
                </a:solidFill>
                <a:latin typeface="Geist"/>
                <a:ea typeface="Geist"/>
                <a:cs typeface="Geist"/>
                <a:sym typeface="Geist"/>
              </a:rPr>
              <a:t> através da tecnologia.</a:t>
            </a:r>
            <a:endParaRPr b="1"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49" name="Google Shape;349;g3fbd9743079_1_116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4425" y="972325"/>
            <a:ext cx="8689926" cy="9112701"/>
          </a:xfrm>
          <a:prstGeom prst="rect">
            <a:avLst/>
          </a:prstGeom>
          <a:noFill/>
          <a:ln>
            <a:noFill/>
          </a:ln>
        </p:spPr>
      </p:pic>
      <p:sp>
        <p:nvSpPr>
          <p:cNvPr id="350" name="Google Shape;350;g3fbd9743079_1_1162"/>
          <p:cNvSpPr/>
          <p:nvPr/>
        </p:nvSpPr>
        <p:spPr>
          <a:xfrm>
            <a:off x="9326225" y="2230680"/>
            <a:ext cx="7978500" cy="104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6747"/>
              </a:buClr>
              <a:buSzPts val="1400"/>
              <a:buFont typeface="Arial"/>
              <a:buNone/>
            </a:pPr>
            <a:r>
              <a:rPr b="1" lang="en-US" sz="2700">
                <a:solidFill>
                  <a:srgbClr val="006747"/>
                </a:solidFill>
                <a:latin typeface="Arial"/>
                <a:ea typeface="Arial"/>
                <a:cs typeface="Arial"/>
                <a:sym typeface="Arial"/>
              </a:rPr>
              <a:t>Engajamento Continuado</a:t>
            </a:r>
            <a:endParaRPr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g3fbd9743079_1_1162"/>
          <p:cNvSpPr/>
          <p:nvPr/>
        </p:nvSpPr>
        <p:spPr>
          <a:xfrm>
            <a:off x="9326225" y="3258925"/>
            <a:ext cx="7743600" cy="104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B4A4A"/>
              </a:buClr>
              <a:buSzPts val="1100"/>
              <a:buFont typeface="Geist"/>
              <a:buNone/>
            </a:pPr>
            <a:r>
              <a:rPr lang="en-US" sz="2700">
                <a:solidFill>
                  <a:srgbClr val="4B4A4A"/>
                </a:solidFill>
                <a:latin typeface="Geist"/>
                <a:ea typeface="Geist"/>
                <a:cs typeface="Geist"/>
                <a:sym typeface="Geist"/>
              </a:rPr>
              <a:t>A gamificação incentiva o usuário a registrar o plantio das mudas, acompanhar o desenvolvimento da colmeia e cumprir missões ecológicas.</a:t>
            </a:r>
            <a:endParaRPr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g3fbd9743079_1_1162"/>
          <p:cNvSpPr/>
          <p:nvPr/>
        </p:nvSpPr>
        <p:spPr>
          <a:xfrm>
            <a:off x="9326225" y="5199880"/>
            <a:ext cx="7978500" cy="124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6747"/>
              </a:buClr>
              <a:buSzPts val="1400"/>
              <a:buFont typeface="Arial"/>
              <a:buNone/>
            </a:pPr>
            <a:r>
              <a:rPr b="1" lang="en-US" sz="2700">
                <a:solidFill>
                  <a:srgbClr val="006747"/>
                </a:solidFill>
                <a:latin typeface="Arial"/>
                <a:ea typeface="Arial"/>
                <a:cs typeface="Arial"/>
                <a:sym typeface="Arial"/>
              </a:rPr>
              <a:t>Plataforma Educacional</a:t>
            </a:r>
            <a:endParaRPr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g3fbd9743079_1_1162"/>
          <p:cNvSpPr/>
          <p:nvPr/>
        </p:nvSpPr>
        <p:spPr>
          <a:xfrm>
            <a:off x="9326225" y="6799356"/>
            <a:ext cx="7978500" cy="15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B4A4A"/>
              </a:buClr>
              <a:buSzPts val="1100"/>
              <a:buFont typeface="Geist"/>
              <a:buNone/>
            </a:pPr>
            <a:r>
              <a:rPr lang="en-US" sz="2700">
                <a:solidFill>
                  <a:srgbClr val="4B4A4A"/>
                </a:solidFill>
                <a:latin typeface="Geist"/>
                <a:ea typeface="Geist"/>
                <a:cs typeface="Geist"/>
                <a:sym typeface="Geist"/>
              </a:rPr>
              <a:t>Escolas e comunidades usam o aplicativo como ferramenta pedagógica prática para aulas de ciências, biologia e sustentabilidade.</a:t>
            </a:r>
            <a:endParaRPr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9" name="Google Shape;359;g3fbd9743079_1_117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6430200" cy="10287000"/>
          </a:xfrm>
          <a:prstGeom prst="flowChartDelay">
            <a:avLst/>
          </a:prstGeom>
          <a:noFill/>
          <a:ln>
            <a:noFill/>
          </a:ln>
        </p:spPr>
      </p:pic>
      <p:sp>
        <p:nvSpPr>
          <p:cNvPr id="360" name="Google Shape;360;g3fbd9743079_1_1175"/>
          <p:cNvSpPr/>
          <p:nvPr/>
        </p:nvSpPr>
        <p:spPr>
          <a:xfrm>
            <a:off x="7850050" y="585477"/>
            <a:ext cx="9445500" cy="198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6747"/>
              </a:buClr>
              <a:buSzPts val="5600"/>
              <a:buFont typeface="Arial"/>
              <a:buNone/>
            </a:pPr>
            <a:r>
              <a:rPr b="1" i="0" lang="en-US" sz="5600" u="none" cap="none" strike="noStrike">
                <a:solidFill>
                  <a:srgbClr val="006747"/>
                </a:solidFill>
                <a:latin typeface="Arial"/>
                <a:ea typeface="Arial"/>
                <a:cs typeface="Arial"/>
                <a:sym typeface="Arial"/>
              </a:rPr>
              <a:t>BeeTech – Salve as Abelhas</a:t>
            </a:r>
            <a:endParaRPr b="0" i="0" sz="5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g3fbd9743079_1_1175"/>
          <p:cNvSpPr/>
          <p:nvPr/>
        </p:nvSpPr>
        <p:spPr>
          <a:xfrm>
            <a:off x="7850050" y="2710324"/>
            <a:ext cx="9445500" cy="253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6747"/>
              </a:buClr>
              <a:buSzPts val="7700"/>
              <a:buFont typeface="Arial"/>
              <a:buNone/>
            </a:pPr>
            <a:r>
              <a:rPr b="1" i="0" lang="en-US" sz="7700" u="none" cap="none" strike="noStrike">
                <a:solidFill>
                  <a:srgbClr val="006747"/>
                </a:solidFill>
                <a:latin typeface="Arial"/>
                <a:ea typeface="Arial"/>
                <a:cs typeface="Arial"/>
                <a:sym typeface="Arial"/>
              </a:rPr>
              <a:t>Biodiversidade que Vira Solução</a:t>
            </a:r>
            <a:endParaRPr b="0" i="0" sz="7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g3fbd9743079_1_1175"/>
          <p:cNvSpPr/>
          <p:nvPr/>
        </p:nvSpPr>
        <p:spPr>
          <a:xfrm>
            <a:off x="7850050" y="5605026"/>
            <a:ext cx="9445500" cy="325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4B4A4A"/>
              </a:buClr>
              <a:buSzPts val="2200"/>
              <a:buFont typeface="Geist"/>
              <a:buNone/>
            </a:pPr>
            <a:r>
              <a:rPr b="0" i="0" lang="en-US" sz="2900" u="none" cap="none" strike="noStrike">
                <a:solidFill>
                  <a:srgbClr val="4B4A4A"/>
                </a:solidFill>
                <a:latin typeface="Geist"/>
                <a:ea typeface="Geist"/>
                <a:cs typeface="Geist"/>
                <a:sym typeface="Geist"/>
              </a:rPr>
              <a:t>Mais de </a:t>
            </a:r>
            <a:r>
              <a:rPr b="1" i="0" lang="en-US" sz="2900" u="none" cap="none" strike="noStrike">
                <a:solidFill>
                  <a:srgbClr val="4B4A4A"/>
                </a:solidFill>
                <a:latin typeface="Geist"/>
                <a:ea typeface="Geist"/>
                <a:cs typeface="Geist"/>
                <a:sym typeface="Geist"/>
              </a:rPr>
              <a:t>80% da flora nativa</a:t>
            </a:r>
            <a:r>
              <a:rPr b="0" i="0" lang="en-US" sz="2900" u="none" cap="none" strike="noStrike">
                <a:solidFill>
                  <a:srgbClr val="4B4A4A"/>
                </a:solidFill>
                <a:latin typeface="Geist"/>
                <a:ea typeface="Geist"/>
                <a:cs typeface="Geist"/>
                <a:sym typeface="Geist"/>
              </a:rPr>
              <a:t> e de culturas agrícolas dependem da polinização. Preservar as abelhas nativas — Jataí, Mandaçaia e Uruçu — não é apenas uma pauta ambiental: é uma necessidade de sobrevivência ecológica e econômica.</a:t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g3fbd9743079_1_1183"/>
          <p:cNvSpPr/>
          <p:nvPr/>
        </p:nvSpPr>
        <p:spPr>
          <a:xfrm>
            <a:off x="7850050" y="937125"/>
            <a:ext cx="9445500" cy="63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6747"/>
              </a:buClr>
              <a:buSzPts val="4700"/>
              <a:buFont typeface="Arial"/>
              <a:buNone/>
            </a:pPr>
            <a:r>
              <a:rPr b="1" lang="en-US" sz="4700">
                <a:solidFill>
                  <a:srgbClr val="006747"/>
                </a:solidFill>
                <a:latin typeface="Arial"/>
                <a:ea typeface="Arial"/>
                <a:cs typeface="Arial"/>
                <a:sym typeface="Arial"/>
              </a:rPr>
              <a:t>Da Sala de Aula ao Jardim Real</a:t>
            </a:r>
            <a:endParaRPr sz="4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g3fbd9743079_1_1183"/>
          <p:cNvSpPr/>
          <p:nvPr/>
        </p:nvSpPr>
        <p:spPr>
          <a:xfrm>
            <a:off x="7850050" y="1906888"/>
            <a:ext cx="9445500" cy="195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000"/>
              </a:lnSpc>
              <a:spcBef>
                <a:spcPts val="0"/>
              </a:spcBef>
              <a:spcAft>
                <a:spcPts val="0"/>
              </a:spcAft>
              <a:buClr>
                <a:srgbClr val="4B4A4A"/>
              </a:buClr>
              <a:buSzPts val="1900"/>
              <a:buFont typeface="Geist"/>
              <a:buNone/>
            </a:pPr>
            <a:r>
              <a:rPr lang="en-US" sz="2700">
                <a:solidFill>
                  <a:srgbClr val="4B4A4A"/>
                </a:solidFill>
                <a:latin typeface="Geist"/>
                <a:ea typeface="Geist"/>
                <a:cs typeface="Geist"/>
                <a:sym typeface="Geist"/>
              </a:rPr>
              <a:t>O aplicativo BeeTech transforma aulas teóricas em </a:t>
            </a:r>
            <a:r>
              <a:rPr b="1" lang="en-US" sz="2700">
                <a:solidFill>
                  <a:srgbClr val="4B4A4A"/>
                </a:solidFill>
                <a:latin typeface="Geist"/>
                <a:ea typeface="Geist"/>
                <a:cs typeface="Geist"/>
                <a:sym typeface="Geist"/>
              </a:rPr>
              <a:t>experiências vivas</a:t>
            </a:r>
            <a:r>
              <a:rPr lang="en-US" sz="2700">
                <a:solidFill>
                  <a:srgbClr val="4B4A4A"/>
                </a:solidFill>
                <a:latin typeface="Geist"/>
                <a:ea typeface="Geist"/>
                <a:cs typeface="Geist"/>
                <a:sym typeface="Geist"/>
              </a:rPr>
              <a:t>. Alunos acompanham o ciclo das abelhas, registram o crescimento das plantas e aprendem sobre biodiversidade com dados reais.</a:t>
            </a:r>
            <a:endParaRPr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g3fbd9743079_1_1183"/>
          <p:cNvSpPr/>
          <p:nvPr/>
        </p:nvSpPr>
        <p:spPr>
          <a:xfrm>
            <a:off x="7850050" y="4245075"/>
            <a:ext cx="9445500" cy="59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4B4A4A"/>
              </a:buClr>
              <a:buSzPts val="2300"/>
              <a:buFont typeface="Arial"/>
              <a:buNone/>
            </a:pPr>
            <a:r>
              <a:rPr b="1" lang="en-US" sz="2700">
                <a:solidFill>
                  <a:srgbClr val="4B4A4A"/>
                </a:solidFill>
                <a:latin typeface="Arial"/>
                <a:ea typeface="Arial"/>
                <a:cs typeface="Arial"/>
                <a:sym typeface="Arial"/>
              </a:rPr>
              <a:t>Ciências e Biologia</a:t>
            </a:r>
            <a:endParaRPr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g3fbd9743079_1_1183"/>
          <p:cNvSpPr/>
          <p:nvPr/>
        </p:nvSpPr>
        <p:spPr>
          <a:xfrm>
            <a:off x="7850050" y="5045375"/>
            <a:ext cx="9445500" cy="84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000"/>
              </a:lnSpc>
              <a:spcBef>
                <a:spcPts val="0"/>
              </a:spcBef>
              <a:spcAft>
                <a:spcPts val="0"/>
              </a:spcAft>
              <a:buClr>
                <a:srgbClr val="4B4A4A"/>
              </a:buClr>
              <a:buSzPts val="1900"/>
              <a:buFont typeface="Geist"/>
              <a:buNone/>
            </a:pPr>
            <a:r>
              <a:rPr lang="en-US" sz="2700">
                <a:solidFill>
                  <a:srgbClr val="4B4A4A"/>
                </a:solidFill>
                <a:latin typeface="Geist"/>
                <a:ea typeface="Geist"/>
                <a:cs typeface="Geist"/>
                <a:sym typeface="Geist"/>
              </a:rPr>
              <a:t>Conteúdo alinhado à BNCC para ensino fundamental e médio</a:t>
            </a:r>
            <a:endParaRPr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g3fbd9743079_1_1183"/>
          <p:cNvSpPr/>
          <p:nvPr/>
        </p:nvSpPr>
        <p:spPr>
          <a:xfrm>
            <a:off x="7850050" y="6224500"/>
            <a:ext cx="9445500" cy="46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4B4A4A"/>
              </a:buClr>
              <a:buSzPts val="2300"/>
              <a:buFont typeface="Arial"/>
              <a:buNone/>
            </a:pPr>
            <a:r>
              <a:rPr b="1" lang="en-US" sz="2700">
                <a:solidFill>
                  <a:srgbClr val="4B4A4A"/>
                </a:solidFill>
                <a:latin typeface="Arial"/>
                <a:ea typeface="Arial"/>
                <a:cs typeface="Arial"/>
                <a:sym typeface="Arial"/>
              </a:rPr>
              <a:t>Sustentabilidade Prática</a:t>
            </a:r>
            <a:endParaRPr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g3fbd9743079_1_1183"/>
          <p:cNvSpPr/>
          <p:nvPr/>
        </p:nvSpPr>
        <p:spPr>
          <a:xfrm>
            <a:off x="7850040" y="7029302"/>
            <a:ext cx="9445500" cy="35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000"/>
              </a:lnSpc>
              <a:spcBef>
                <a:spcPts val="0"/>
              </a:spcBef>
              <a:spcAft>
                <a:spcPts val="0"/>
              </a:spcAft>
              <a:buClr>
                <a:srgbClr val="4B4A4A"/>
              </a:buClr>
              <a:buSzPts val="1900"/>
              <a:buFont typeface="Geist"/>
              <a:buNone/>
            </a:pPr>
            <a:r>
              <a:rPr lang="en-US" sz="2700">
                <a:solidFill>
                  <a:srgbClr val="4B4A4A"/>
                </a:solidFill>
                <a:latin typeface="Geist"/>
                <a:ea typeface="Geist"/>
                <a:cs typeface="Geist"/>
                <a:sym typeface="Geist"/>
              </a:rPr>
              <a:t>Projetos interdisciplinares com impacto mensurável no entorno escolar</a:t>
            </a:r>
            <a:endParaRPr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g3fbd9743079_1_1183"/>
          <p:cNvSpPr/>
          <p:nvPr/>
        </p:nvSpPr>
        <p:spPr>
          <a:xfrm>
            <a:off x="7850050" y="8253075"/>
            <a:ext cx="9445500" cy="46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4B4A4A"/>
              </a:buClr>
              <a:buSzPts val="2300"/>
              <a:buFont typeface="Arial"/>
              <a:buNone/>
            </a:pPr>
            <a:r>
              <a:rPr b="1" lang="en-US" sz="2700">
                <a:solidFill>
                  <a:srgbClr val="4B4A4A"/>
                </a:solidFill>
                <a:latin typeface="Arial"/>
                <a:ea typeface="Arial"/>
                <a:cs typeface="Arial"/>
                <a:sym typeface="Arial"/>
              </a:rPr>
              <a:t>Ranking entre Escolas</a:t>
            </a:r>
            <a:endParaRPr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g3fbd9743079_1_1183"/>
          <p:cNvSpPr/>
          <p:nvPr/>
        </p:nvSpPr>
        <p:spPr>
          <a:xfrm>
            <a:off x="7850040" y="9130605"/>
            <a:ext cx="9445500" cy="35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000"/>
              </a:lnSpc>
              <a:spcBef>
                <a:spcPts val="0"/>
              </a:spcBef>
              <a:spcAft>
                <a:spcPts val="0"/>
              </a:spcAft>
              <a:buClr>
                <a:srgbClr val="4B4A4A"/>
              </a:buClr>
              <a:buSzPts val="1900"/>
              <a:buFont typeface="Geist"/>
              <a:buNone/>
            </a:pPr>
            <a:r>
              <a:rPr lang="en-US" sz="2700">
                <a:solidFill>
                  <a:srgbClr val="4B4A4A"/>
                </a:solidFill>
                <a:latin typeface="Geist"/>
                <a:ea typeface="Geist"/>
                <a:cs typeface="Geist"/>
                <a:sym typeface="Geist"/>
              </a:rPr>
              <a:t>Competição saudável que amplifica o engajamento coletivo</a:t>
            </a:r>
            <a:endParaRPr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76" name="Google Shape;376;g3fbd9743079_1_118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709" y="0"/>
            <a:ext cx="7052220" cy="10286999"/>
          </a:xfrm>
          <a:prstGeom prst="rect">
            <a:avLst/>
          </a:prstGeom>
          <a:noFill/>
          <a:ln>
            <a:noFill/>
          </a:ln>
        </p:spPr>
      </p:pic>
      <p:sp>
        <p:nvSpPr>
          <p:cNvPr id="377" name="Google Shape;377;g3fbd9743079_1_1183"/>
          <p:cNvSpPr/>
          <p:nvPr/>
        </p:nvSpPr>
        <p:spPr>
          <a:xfrm>
            <a:off x="7850050" y="199275"/>
            <a:ext cx="3944700" cy="469800"/>
          </a:xfrm>
          <a:prstGeom prst="roundRect">
            <a:avLst>
              <a:gd fmla="val 47396" name="adj"/>
            </a:avLst>
          </a:prstGeom>
          <a:solidFill>
            <a:srgbClr val="CCFFEF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137150" lIns="137150" spcFirstLastPara="1" rIns="137150" wrap="square" tIns="137150">
            <a:noAutofit/>
          </a:bodyPr>
          <a:lstStyle/>
          <a:p>
            <a:pPr indent="0" lvl="0" marL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006747"/>
              </a:buClr>
              <a:buSzPts val="1500"/>
              <a:buFont typeface="Geist"/>
              <a:buNone/>
            </a:pPr>
            <a:r>
              <a:rPr lang="en-US" sz="2200">
                <a:solidFill>
                  <a:srgbClr val="006747"/>
                </a:solidFill>
                <a:latin typeface="Geist"/>
                <a:ea typeface="Geist"/>
                <a:cs typeface="Geist"/>
                <a:sym typeface="Geist"/>
              </a:rPr>
              <a:t>EDUCAÇÃO AMBIENTAL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g3fbd9743079_1_1201"/>
          <p:cNvSpPr/>
          <p:nvPr/>
        </p:nvSpPr>
        <p:spPr>
          <a:xfrm>
            <a:off x="1162325" y="1543175"/>
            <a:ext cx="3555600" cy="452400"/>
          </a:xfrm>
          <a:prstGeom prst="roundRect">
            <a:avLst>
              <a:gd fmla="val 47396" name="adj"/>
            </a:avLst>
          </a:prstGeom>
          <a:solidFill>
            <a:srgbClr val="CCFFEF"/>
          </a:solidFill>
          <a:ln>
            <a:noFill/>
          </a:ln>
        </p:spPr>
        <p:txBody>
          <a:bodyPr anchorCtr="0" anchor="ctr" bIns="137150" lIns="137150" spcFirstLastPara="1" rIns="137150" wrap="square" tIns="137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4" name="Google Shape;384;g3fbd9743079_1_1201"/>
          <p:cNvSpPr/>
          <p:nvPr/>
        </p:nvSpPr>
        <p:spPr>
          <a:xfrm>
            <a:off x="1158725" y="1597550"/>
            <a:ext cx="3366000" cy="54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4B4A4A"/>
              </a:buClr>
              <a:buSzPts val="1700"/>
              <a:buFont typeface="Geist"/>
              <a:buNone/>
            </a:pPr>
            <a:r>
              <a:rPr lang="en-US" sz="2200">
                <a:solidFill>
                  <a:srgbClr val="4B4A4A"/>
                </a:solidFill>
                <a:latin typeface="Geist"/>
                <a:ea typeface="Geist"/>
                <a:cs typeface="Geist"/>
                <a:sym typeface="Geist"/>
              </a:rPr>
              <a:t>VIABILIDADE E ESCALA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g3fbd9743079_1_1201"/>
          <p:cNvSpPr/>
          <p:nvPr/>
        </p:nvSpPr>
        <p:spPr>
          <a:xfrm>
            <a:off x="992213" y="2682180"/>
            <a:ext cx="16303200" cy="8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6747"/>
              </a:buClr>
              <a:buSzPts val="5600"/>
              <a:buFont typeface="Arial"/>
              <a:buNone/>
            </a:pPr>
            <a:r>
              <a:rPr b="1" lang="en-US" sz="5600">
                <a:solidFill>
                  <a:srgbClr val="006747"/>
                </a:solidFill>
                <a:latin typeface="Arial"/>
                <a:ea typeface="Arial"/>
                <a:cs typeface="Arial"/>
                <a:sym typeface="Arial"/>
              </a:rPr>
              <a:t>Público-Alvo e Fontes de Receita</a:t>
            </a:r>
            <a:endParaRPr sz="5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g3fbd9743079_1_1201"/>
          <p:cNvSpPr/>
          <p:nvPr/>
        </p:nvSpPr>
        <p:spPr>
          <a:xfrm>
            <a:off x="992213" y="4276874"/>
            <a:ext cx="7805700" cy="4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REM"/>
              <a:buNone/>
            </a:pPr>
            <a:r>
              <a:rPr b="1" lang="en-US" sz="2800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🎯</a:t>
            </a:r>
            <a:r>
              <a:rPr b="1" lang="en-US" sz="2800">
                <a:solidFill>
                  <a:srgbClr val="006747"/>
                </a:solidFill>
                <a:latin typeface="Arial"/>
                <a:ea typeface="Arial"/>
                <a:cs typeface="Arial"/>
                <a:sym typeface="Arial"/>
              </a:rPr>
              <a:t> Quem Compra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87" name="Google Shape;387;g3fbd9743079_1_120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54113" y="5010150"/>
            <a:ext cx="3763770" cy="962025"/>
          </a:xfrm>
          <a:prstGeom prst="rect">
            <a:avLst/>
          </a:prstGeom>
          <a:noFill/>
          <a:ln>
            <a:noFill/>
          </a:ln>
        </p:spPr>
      </p:pic>
      <p:sp>
        <p:nvSpPr>
          <p:cNvPr id="388" name="Google Shape;388;g3fbd9743079_1_1201"/>
          <p:cNvSpPr/>
          <p:nvPr/>
        </p:nvSpPr>
        <p:spPr>
          <a:xfrm>
            <a:off x="1351922" y="5048250"/>
            <a:ext cx="3366000" cy="8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4B4A4A"/>
              </a:buClr>
              <a:buSzPts val="2800"/>
              <a:buFont typeface="Arial"/>
              <a:buNone/>
            </a:pPr>
            <a:r>
              <a:rPr b="1" lang="en-US" sz="2800">
                <a:solidFill>
                  <a:srgbClr val="4B4A4A"/>
                </a:solidFill>
                <a:latin typeface="Arial"/>
                <a:ea typeface="Arial"/>
                <a:cs typeface="Arial"/>
                <a:sym typeface="Arial"/>
              </a:rPr>
              <a:t>Escolas públicas e privadas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89" name="Google Shape;389;g3fbd9743079_1_120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34133" y="5010150"/>
            <a:ext cx="3763770" cy="962025"/>
          </a:xfrm>
          <a:prstGeom prst="rect">
            <a:avLst/>
          </a:prstGeom>
          <a:noFill/>
          <a:ln>
            <a:noFill/>
          </a:ln>
        </p:spPr>
      </p:pic>
      <p:sp>
        <p:nvSpPr>
          <p:cNvPr id="390" name="Google Shape;390;g3fbd9743079_1_1201"/>
          <p:cNvSpPr/>
          <p:nvPr/>
        </p:nvSpPr>
        <p:spPr>
          <a:xfrm>
            <a:off x="5431943" y="5048250"/>
            <a:ext cx="3366000" cy="8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4B4A4A"/>
              </a:buClr>
              <a:buSzPts val="2800"/>
              <a:buFont typeface="Arial"/>
              <a:buNone/>
            </a:pPr>
            <a:r>
              <a:rPr b="1" lang="en-US" sz="2800">
                <a:solidFill>
                  <a:srgbClr val="4B4A4A"/>
                </a:solidFill>
                <a:latin typeface="Arial"/>
                <a:ea typeface="Arial"/>
                <a:cs typeface="Arial"/>
                <a:sym typeface="Arial"/>
              </a:rPr>
              <a:t>Condomínios e parques urbanos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91" name="Google Shape;391;g3fbd9743079_1_120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54113" y="6463010"/>
            <a:ext cx="3763770" cy="1404937"/>
          </a:xfrm>
          <a:prstGeom prst="rect">
            <a:avLst/>
          </a:prstGeom>
          <a:noFill/>
          <a:ln>
            <a:noFill/>
          </a:ln>
        </p:spPr>
      </p:pic>
      <p:sp>
        <p:nvSpPr>
          <p:cNvPr id="392" name="Google Shape;392;g3fbd9743079_1_1201"/>
          <p:cNvSpPr/>
          <p:nvPr/>
        </p:nvSpPr>
        <p:spPr>
          <a:xfrm>
            <a:off x="1351922" y="6501110"/>
            <a:ext cx="3366000" cy="8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4B4A4A"/>
              </a:buClr>
              <a:buSzPts val="2800"/>
              <a:buFont typeface="Arial"/>
              <a:buNone/>
            </a:pPr>
            <a:r>
              <a:rPr b="1" lang="en-US" sz="2800">
                <a:solidFill>
                  <a:srgbClr val="4B4A4A"/>
                </a:solidFill>
                <a:latin typeface="Arial"/>
                <a:ea typeface="Arial"/>
                <a:cs typeface="Arial"/>
                <a:sym typeface="Arial"/>
              </a:rPr>
              <a:t>Empresas com agenda ESG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93" name="Google Shape;393;g3fbd9743079_1_120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34133" y="6463010"/>
            <a:ext cx="3763770" cy="1404937"/>
          </a:xfrm>
          <a:prstGeom prst="rect">
            <a:avLst/>
          </a:prstGeom>
          <a:noFill/>
          <a:ln>
            <a:noFill/>
          </a:ln>
        </p:spPr>
      </p:pic>
      <p:sp>
        <p:nvSpPr>
          <p:cNvPr id="394" name="Google Shape;394;g3fbd9743079_1_1201"/>
          <p:cNvSpPr/>
          <p:nvPr/>
        </p:nvSpPr>
        <p:spPr>
          <a:xfrm>
            <a:off x="5431943" y="6501110"/>
            <a:ext cx="3366000" cy="13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4B4A4A"/>
              </a:buClr>
              <a:buSzPts val="2800"/>
              <a:buFont typeface="Arial"/>
              <a:buNone/>
            </a:pPr>
            <a:r>
              <a:rPr b="1" lang="en-US" sz="2800">
                <a:solidFill>
                  <a:srgbClr val="4B4A4A"/>
                </a:solidFill>
                <a:latin typeface="Arial"/>
                <a:ea typeface="Arial"/>
                <a:cs typeface="Arial"/>
                <a:sym typeface="Arial"/>
              </a:rPr>
              <a:t>Meliponicultores iniciantes e entusiastas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g3fbd9743079_1_1201"/>
          <p:cNvSpPr/>
          <p:nvPr/>
        </p:nvSpPr>
        <p:spPr>
          <a:xfrm>
            <a:off x="9499164" y="4276874"/>
            <a:ext cx="7805700" cy="4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REM"/>
              <a:buNone/>
            </a:pPr>
            <a:r>
              <a:rPr b="1" lang="en-US" sz="2800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💰</a:t>
            </a:r>
            <a:r>
              <a:rPr b="1" lang="en-US" sz="2800">
                <a:solidFill>
                  <a:srgbClr val="006747"/>
                </a:solidFill>
                <a:latin typeface="Arial"/>
                <a:ea typeface="Arial"/>
                <a:cs typeface="Arial"/>
                <a:sym typeface="Arial"/>
              </a:rPr>
              <a:t> Fontes de Receita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96" name="Google Shape;396;g3fbd9743079_1_120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461066" y="5010150"/>
            <a:ext cx="3763770" cy="962025"/>
          </a:xfrm>
          <a:prstGeom prst="rect">
            <a:avLst/>
          </a:prstGeom>
          <a:noFill/>
          <a:ln>
            <a:noFill/>
          </a:ln>
        </p:spPr>
      </p:pic>
      <p:sp>
        <p:nvSpPr>
          <p:cNvPr id="397" name="Google Shape;397;g3fbd9743079_1_1201"/>
          <p:cNvSpPr/>
          <p:nvPr/>
        </p:nvSpPr>
        <p:spPr>
          <a:xfrm>
            <a:off x="9858873" y="5048250"/>
            <a:ext cx="3366000" cy="8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4B4A4A"/>
              </a:buClr>
              <a:buSzPts val="2800"/>
              <a:buFont typeface="Arial"/>
              <a:buNone/>
            </a:pPr>
            <a:r>
              <a:rPr b="1" lang="en-US" sz="2800">
                <a:solidFill>
                  <a:srgbClr val="4B4A4A"/>
                </a:solidFill>
                <a:latin typeface="Arial"/>
                <a:ea typeface="Arial"/>
                <a:cs typeface="Arial"/>
                <a:sym typeface="Arial"/>
              </a:rPr>
              <a:t>Venda de caixas personalizadas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98" name="Google Shape;398;g3fbd9743079_1_120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541086" y="5010150"/>
            <a:ext cx="3763770" cy="962025"/>
          </a:xfrm>
          <a:prstGeom prst="rect">
            <a:avLst/>
          </a:prstGeom>
          <a:noFill/>
          <a:ln>
            <a:noFill/>
          </a:ln>
        </p:spPr>
      </p:pic>
      <p:sp>
        <p:nvSpPr>
          <p:cNvPr id="399" name="Google Shape;399;g3fbd9743079_1_1201"/>
          <p:cNvSpPr/>
          <p:nvPr/>
        </p:nvSpPr>
        <p:spPr>
          <a:xfrm>
            <a:off x="13938894" y="5048250"/>
            <a:ext cx="3366000" cy="8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4B4A4A"/>
              </a:buClr>
              <a:buSzPts val="2800"/>
              <a:buFont typeface="Arial"/>
              <a:buNone/>
            </a:pPr>
            <a:r>
              <a:rPr b="1" lang="en-US" sz="2800">
                <a:solidFill>
                  <a:srgbClr val="4B4A4A"/>
                </a:solidFill>
                <a:latin typeface="Arial"/>
                <a:ea typeface="Arial"/>
                <a:cs typeface="Arial"/>
                <a:sym typeface="Arial"/>
              </a:rPr>
              <a:t>Kits de sementes e mudas nativas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00" name="Google Shape;400;g3fbd9743079_1_120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461066" y="6463010"/>
            <a:ext cx="3763770" cy="1404937"/>
          </a:xfrm>
          <a:prstGeom prst="rect">
            <a:avLst/>
          </a:prstGeom>
          <a:noFill/>
          <a:ln>
            <a:noFill/>
          </a:ln>
        </p:spPr>
      </p:pic>
      <p:sp>
        <p:nvSpPr>
          <p:cNvPr id="401" name="Google Shape;401;g3fbd9743079_1_1201"/>
          <p:cNvSpPr/>
          <p:nvPr/>
        </p:nvSpPr>
        <p:spPr>
          <a:xfrm>
            <a:off x="9858873" y="6501110"/>
            <a:ext cx="3366000" cy="13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4B4A4A"/>
              </a:buClr>
              <a:buSzPts val="2800"/>
              <a:buFont typeface="Arial"/>
              <a:buNone/>
            </a:pPr>
            <a:r>
              <a:rPr b="1" lang="en-US" sz="2800">
                <a:solidFill>
                  <a:srgbClr val="4B4A4A"/>
                </a:solidFill>
                <a:latin typeface="Arial"/>
                <a:ea typeface="Arial"/>
                <a:cs typeface="Arial"/>
                <a:sym typeface="Arial"/>
              </a:rPr>
              <a:t>Assinaturas do módulo educacional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02" name="Google Shape;402;g3fbd9743079_1_120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541086" y="6463010"/>
            <a:ext cx="3763770" cy="1404937"/>
          </a:xfrm>
          <a:prstGeom prst="rect">
            <a:avLst/>
          </a:prstGeom>
          <a:noFill/>
          <a:ln>
            <a:noFill/>
          </a:ln>
        </p:spPr>
      </p:pic>
      <p:sp>
        <p:nvSpPr>
          <p:cNvPr id="403" name="Google Shape;403;g3fbd9743079_1_1201"/>
          <p:cNvSpPr/>
          <p:nvPr/>
        </p:nvSpPr>
        <p:spPr>
          <a:xfrm>
            <a:off x="13938894" y="6501110"/>
            <a:ext cx="3366000" cy="8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4B4A4A"/>
              </a:buClr>
              <a:buSzPts val="2800"/>
              <a:buFont typeface="Arial"/>
              <a:buNone/>
            </a:pPr>
            <a:r>
              <a:rPr b="1" lang="en-US" sz="2800">
                <a:solidFill>
                  <a:srgbClr val="4B4A4A"/>
                </a:solidFill>
                <a:latin typeface="Arial"/>
                <a:ea typeface="Arial"/>
                <a:cs typeface="Arial"/>
                <a:sym typeface="Arial"/>
              </a:rPr>
              <a:t>Licenciamento e monitoramento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g3fbd9743079_1_1226"/>
          <p:cNvSpPr/>
          <p:nvPr/>
        </p:nvSpPr>
        <p:spPr>
          <a:xfrm>
            <a:off x="8668975" y="594850"/>
            <a:ext cx="1881000" cy="430500"/>
          </a:xfrm>
          <a:prstGeom prst="roundRect">
            <a:avLst>
              <a:gd fmla="val 47396" name="adj"/>
            </a:avLst>
          </a:prstGeom>
          <a:solidFill>
            <a:srgbClr val="CCFFEF"/>
          </a:solidFill>
          <a:ln>
            <a:noFill/>
          </a:ln>
        </p:spPr>
        <p:txBody>
          <a:bodyPr anchorCtr="0" anchor="ctr" bIns="137150" lIns="137150" spcFirstLastPara="1" rIns="137150" wrap="square" tIns="137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0" name="Google Shape;410;g3fbd9743079_1_1226"/>
          <p:cNvSpPr/>
          <p:nvPr/>
        </p:nvSpPr>
        <p:spPr>
          <a:xfrm>
            <a:off x="8960568" y="594857"/>
            <a:ext cx="1881000" cy="26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4B4A4A"/>
              </a:buClr>
              <a:buSzPts val="1700"/>
              <a:buFont typeface="Geist"/>
              <a:buNone/>
            </a:pPr>
            <a:r>
              <a:rPr lang="en-US" sz="2300">
                <a:solidFill>
                  <a:srgbClr val="4B4A4A"/>
                </a:solidFill>
                <a:latin typeface="Geist"/>
                <a:ea typeface="Geist"/>
                <a:cs typeface="Geist"/>
                <a:sym typeface="Geist"/>
              </a:rPr>
              <a:t>IMPACTO</a:t>
            </a:r>
            <a:endParaRPr sz="2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g3fbd9743079_1_1226"/>
          <p:cNvSpPr/>
          <p:nvPr/>
        </p:nvSpPr>
        <p:spPr>
          <a:xfrm>
            <a:off x="9187583" y="1411188"/>
            <a:ext cx="9445500" cy="8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6747"/>
              </a:buClr>
              <a:buSzPts val="5600"/>
              <a:buFont typeface="Arial"/>
              <a:buNone/>
            </a:pPr>
            <a:r>
              <a:rPr b="1" lang="en-US" sz="5600">
                <a:solidFill>
                  <a:srgbClr val="006747"/>
                </a:solidFill>
                <a:latin typeface="Arial"/>
                <a:ea typeface="Arial"/>
                <a:cs typeface="Arial"/>
                <a:sym typeface="Arial"/>
              </a:rPr>
              <a:t>Números que Inspiram</a:t>
            </a:r>
            <a:endParaRPr sz="5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g3fbd9743079_1_1226"/>
          <p:cNvSpPr/>
          <p:nvPr/>
        </p:nvSpPr>
        <p:spPr>
          <a:xfrm>
            <a:off x="8353886" y="2977455"/>
            <a:ext cx="4545600" cy="93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4B4A4A"/>
              </a:buClr>
              <a:buSzPts val="7400"/>
              <a:buFont typeface="Arial"/>
              <a:buNone/>
            </a:pPr>
            <a:r>
              <a:rPr b="1" lang="en-US" sz="7400">
                <a:solidFill>
                  <a:srgbClr val="4B4A4A"/>
                </a:solidFill>
                <a:latin typeface="Arial"/>
                <a:ea typeface="Arial"/>
                <a:cs typeface="Arial"/>
                <a:sym typeface="Arial"/>
              </a:rPr>
              <a:t>80%</a:t>
            </a:r>
            <a:endParaRPr sz="7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g3fbd9743079_1_1226"/>
          <p:cNvSpPr/>
          <p:nvPr/>
        </p:nvSpPr>
        <p:spPr>
          <a:xfrm>
            <a:off x="8353886" y="4267349"/>
            <a:ext cx="4545600" cy="4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4B4A4A"/>
              </a:buClr>
              <a:buSzPts val="2800"/>
              <a:buFont typeface="Arial"/>
              <a:buNone/>
            </a:pPr>
            <a:r>
              <a:rPr b="1" lang="en-US" sz="2800">
                <a:solidFill>
                  <a:srgbClr val="4B4A4A"/>
                </a:solidFill>
                <a:latin typeface="Arial"/>
                <a:ea typeface="Arial"/>
                <a:cs typeface="Arial"/>
                <a:sym typeface="Arial"/>
              </a:rPr>
              <a:t>da flora nativa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g3fbd9743079_1_1226"/>
          <p:cNvSpPr/>
          <p:nvPr/>
        </p:nvSpPr>
        <p:spPr>
          <a:xfrm>
            <a:off x="8353886" y="4880372"/>
            <a:ext cx="4545600" cy="90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4B4A4A"/>
              </a:buClr>
              <a:buSzPts val="2200"/>
              <a:buFont typeface="Geist"/>
              <a:buNone/>
            </a:pPr>
            <a:r>
              <a:rPr lang="en-US" sz="2400">
                <a:solidFill>
                  <a:srgbClr val="4B4A4A"/>
                </a:solidFill>
                <a:latin typeface="Geist"/>
                <a:ea typeface="Geist"/>
                <a:cs typeface="Geist"/>
                <a:sym typeface="Geist"/>
              </a:rPr>
              <a:t>depende da polinização das abelhas nativas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g3fbd9743079_1_1226"/>
          <p:cNvSpPr/>
          <p:nvPr/>
        </p:nvSpPr>
        <p:spPr>
          <a:xfrm>
            <a:off x="12899280" y="2991668"/>
            <a:ext cx="4545600" cy="93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4B4A4A"/>
              </a:buClr>
              <a:buSzPts val="7400"/>
              <a:buFont typeface="Arial"/>
              <a:buNone/>
            </a:pPr>
            <a:r>
              <a:rPr b="1" lang="en-US" sz="7400">
                <a:solidFill>
                  <a:srgbClr val="4B4A4A"/>
                </a:solidFill>
                <a:latin typeface="Arial"/>
                <a:ea typeface="Arial"/>
                <a:cs typeface="Arial"/>
                <a:sym typeface="Arial"/>
              </a:rPr>
              <a:t>300+</a:t>
            </a:r>
            <a:endParaRPr sz="7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g3fbd9743079_1_1226"/>
          <p:cNvSpPr/>
          <p:nvPr/>
        </p:nvSpPr>
        <p:spPr>
          <a:xfrm>
            <a:off x="12899280" y="4281561"/>
            <a:ext cx="4545600" cy="4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4B4A4A"/>
              </a:buClr>
              <a:buSzPts val="2800"/>
              <a:buFont typeface="Arial"/>
              <a:buNone/>
            </a:pPr>
            <a:r>
              <a:rPr b="1" lang="en-US" sz="2800">
                <a:solidFill>
                  <a:srgbClr val="4B4A4A"/>
                </a:solidFill>
                <a:latin typeface="Arial"/>
                <a:ea typeface="Arial"/>
                <a:cs typeface="Arial"/>
                <a:sym typeface="Arial"/>
              </a:rPr>
              <a:t>espécies de ASF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g3fbd9743079_1_1226"/>
          <p:cNvSpPr/>
          <p:nvPr/>
        </p:nvSpPr>
        <p:spPr>
          <a:xfrm>
            <a:off x="12899280" y="4894584"/>
            <a:ext cx="4545600" cy="90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4B4A4A"/>
              </a:buClr>
              <a:buSzPts val="2200"/>
              <a:buFont typeface="Geist"/>
              <a:buNone/>
            </a:pPr>
            <a:r>
              <a:rPr lang="en-US" sz="2400">
                <a:solidFill>
                  <a:srgbClr val="4B4A4A"/>
                </a:solidFill>
                <a:latin typeface="Geist"/>
                <a:ea typeface="Geist"/>
                <a:cs typeface="Geist"/>
                <a:sym typeface="Geist"/>
              </a:rPr>
              <a:t>abelhas sem ferrão nativas do Brasil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g3fbd9743079_1_1226"/>
          <p:cNvSpPr/>
          <p:nvPr/>
        </p:nvSpPr>
        <p:spPr>
          <a:xfrm>
            <a:off x="11025979" y="6496347"/>
            <a:ext cx="4545600" cy="93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4B4A4A"/>
              </a:buClr>
              <a:buSzPts val="7400"/>
              <a:buFont typeface="Arial"/>
              <a:buNone/>
            </a:pPr>
            <a:r>
              <a:rPr b="1" lang="en-US" sz="7400">
                <a:solidFill>
                  <a:srgbClr val="4B4A4A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7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g3fbd9743079_1_1226"/>
          <p:cNvSpPr/>
          <p:nvPr/>
        </p:nvSpPr>
        <p:spPr>
          <a:xfrm>
            <a:off x="11025979" y="7786241"/>
            <a:ext cx="4545600" cy="4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4B4A4A"/>
              </a:buClr>
              <a:buSzPts val="2800"/>
              <a:buFont typeface="Arial"/>
              <a:buNone/>
            </a:pPr>
            <a:r>
              <a:rPr b="1" lang="en-US" sz="2800">
                <a:solidFill>
                  <a:srgbClr val="4B4A4A"/>
                </a:solidFill>
                <a:latin typeface="Arial"/>
                <a:ea typeface="Arial"/>
                <a:cs typeface="Arial"/>
                <a:sym typeface="Arial"/>
              </a:rPr>
              <a:t>habitat completo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g3fbd9743079_1_1226"/>
          <p:cNvSpPr/>
          <p:nvPr/>
        </p:nvSpPr>
        <p:spPr>
          <a:xfrm>
            <a:off x="11025979" y="8399264"/>
            <a:ext cx="4545600" cy="90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4B4A4A"/>
              </a:buClr>
              <a:buSzPts val="2200"/>
              <a:buFont typeface="Geist"/>
              <a:buNone/>
            </a:pPr>
            <a:r>
              <a:rPr lang="en-US" sz="2400">
                <a:solidFill>
                  <a:srgbClr val="4B4A4A"/>
                </a:solidFill>
                <a:latin typeface="Geist"/>
                <a:ea typeface="Geist"/>
                <a:cs typeface="Geist"/>
                <a:sym typeface="Geist"/>
              </a:rPr>
              <a:t>kit que transforma qualquer espaço em refúgio ecológico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21" name="Google Shape;421;g3fbd9743079_1_12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8503378" cy="102869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g3fbd9743079_1_1243"/>
          <p:cNvSpPr/>
          <p:nvPr/>
        </p:nvSpPr>
        <p:spPr>
          <a:xfrm>
            <a:off x="992213" y="855167"/>
            <a:ext cx="9445500" cy="177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6747"/>
              </a:buClr>
              <a:buSzPts val="5600"/>
              <a:buFont typeface="Arial"/>
              <a:buNone/>
            </a:pPr>
            <a:r>
              <a:rPr b="1" lang="en-US" sz="5600">
                <a:solidFill>
                  <a:srgbClr val="006747"/>
                </a:solidFill>
                <a:latin typeface="Arial"/>
                <a:ea typeface="Arial"/>
                <a:cs typeface="Arial"/>
                <a:sym typeface="Arial"/>
              </a:rPr>
              <a:t>A BeeTech Não Vende Apenas Colmeias</a:t>
            </a:r>
            <a:endParaRPr sz="5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g3fbd9743079_1_1243"/>
          <p:cNvSpPr/>
          <p:nvPr/>
        </p:nvSpPr>
        <p:spPr>
          <a:xfrm>
            <a:off x="1417400" y="2733148"/>
            <a:ext cx="9020400" cy="199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4B4A4A"/>
              </a:buClr>
              <a:buSzPts val="2200"/>
              <a:buFont typeface="Geist"/>
              <a:buNone/>
            </a:pPr>
            <a:r>
              <a:rPr lang="en-US" sz="2700">
                <a:solidFill>
                  <a:srgbClr val="4B4A4A"/>
                </a:solidFill>
                <a:latin typeface="Geist"/>
                <a:ea typeface="Geist"/>
                <a:cs typeface="Geist"/>
                <a:sym typeface="Geist"/>
              </a:rPr>
              <a:t>"Entregamos habitats completos, conectamos pessoas à natureza através da tecnologia e transformamos a preservação das abelhas nativas em uma experiência prática, educativa e apaixonante."</a:t>
            </a:r>
            <a:endParaRPr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g3fbd9743079_1_1243"/>
          <p:cNvSpPr/>
          <p:nvPr/>
        </p:nvSpPr>
        <p:spPr>
          <a:xfrm>
            <a:off x="992213" y="3052316"/>
            <a:ext cx="38400" cy="1998900"/>
          </a:xfrm>
          <a:prstGeom prst="roundRect">
            <a:avLst>
              <a:gd fmla="val 50001" name="adj"/>
            </a:avLst>
          </a:prstGeom>
          <a:solidFill>
            <a:srgbClr val="006747"/>
          </a:solidFill>
          <a:ln>
            <a:noFill/>
          </a:ln>
        </p:spPr>
        <p:txBody>
          <a:bodyPr anchorCtr="0" anchor="ctr" bIns="137150" lIns="137150" spcFirstLastPara="1" rIns="137150" wrap="square" tIns="137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0" name="Google Shape;430;g3fbd9743079_1_1243"/>
          <p:cNvSpPr/>
          <p:nvPr/>
        </p:nvSpPr>
        <p:spPr>
          <a:xfrm>
            <a:off x="992063" y="5192779"/>
            <a:ext cx="4581000" cy="2115900"/>
          </a:xfrm>
          <a:prstGeom prst="roundRect">
            <a:avLst>
              <a:gd fmla="val 12060" name="adj"/>
            </a:avLst>
          </a:prstGeom>
          <a:solidFill>
            <a:srgbClr val="D1EFE4"/>
          </a:solidFill>
          <a:ln cap="flat" cmpd="sng" w="14300">
            <a:solidFill>
              <a:srgbClr val="B7D5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37150" lIns="137150" spcFirstLastPara="1" rIns="137150" wrap="square" tIns="137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1" name="Google Shape;431;g3fbd9743079_1_1243"/>
          <p:cNvSpPr/>
          <p:nvPr/>
        </p:nvSpPr>
        <p:spPr>
          <a:xfrm>
            <a:off x="1285250" y="5481699"/>
            <a:ext cx="3994800" cy="45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REM"/>
              <a:buNone/>
            </a:pPr>
            <a:r>
              <a:rPr b="1" lang="en-US" sz="2800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🌍</a:t>
            </a:r>
            <a:r>
              <a:rPr b="1" lang="en-US" sz="2800">
                <a:solidFill>
                  <a:srgbClr val="4B4A4A"/>
                </a:solidFill>
                <a:latin typeface="Arial"/>
                <a:ea typeface="Arial"/>
                <a:cs typeface="Arial"/>
                <a:sym typeface="Arial"/>
              </a:rPr>
              <a:t> Preservar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g3fbd9743079_1_1243"/>
          <p:cNvSpPr/>
          <p:nvPr/>
        </p:nvSpPr>
        <p:spPr>
          <a:xfrm>
            <a:off x="1285250" y="6285600"/>
            <a:ext cx="3994800" cy="90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4B4A4A"/>
              </a:buClr>
              <a:buSzPts val="2200"/>
              <a:buFont typeface="Geist"/>
              <a:buNone/>
            </a:pPr>
            <a:r>
              <a:rPr lang="en-US" sz="2700">
                <a:solidFill>
                  <a:srgbClr val="4B4A4A"/>
                </a:solidFill>
                <a:latin typeface="Geist"/>
                <a:ea typeface="Geist"/>
                <a:cs typeface="Geist"/>
                <a:sym typeface="Geist"/>
              </a:rPr>
              <a:t>Proteger a biodiversidade brasileira</a:t>
            </a:r>
            <a:endParaRPr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g3fbd9743079_1_1243"/>
          <p:cNvSpPr/>
          <p:nvPr/>
        </p:nvSpPr>
        <p:spPr>
          <a:xfrm>
            <a:off x="5856550" y="5192775"/>
            <a:ext cx="4581000" cy="2115900"/>
          </a:xfrm>
          <a:prstGeom prst="roundRect">
            <a:avLst>
              <a:gd fmla="val 12060" name="adj"/>
            </a:avLst>
          </a:prstGeom>
          <a:solidFill>
            <a:srgbClr val="D1EFE4"/>
          </a:solidFill>
          <a:ln cap="flat" cmpd="sng" w="14300">
            <a:solidFill>
              <a:srgbClr val="B7D5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37150" lIns="137150" spcFirstLastPara="1" rIns="137150" wrap="square" tIns="137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4" name="Google Shape;434;g3fbd9743079_1_1243"/>
          <p:cNvSpPr/>
          <p:nvPr/>
        </p:nvSpPr>
        <p:spPr>
          <a:xfrm>
            <a:off x="6149575" y="5481699"/>
            <a:ext cx="3995100" cy="45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REM"/>
              <a:buNone/>
            </a:pPr>
            <a:r>
              <a:rPr b="1" lang="en-US" sz="2800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📚</a:t>
            </a:r>
            <a:r>
              <a:rPr b="1" lang="en-US" sz="2800">
                <a:solidFill>
                  <a:srgbClr val="4B4A4A"/>
                </a:solidFill>
                <a:latin typeface="Arial"/>
                <a:ea typeface="Arial"/>
                <a:cs typeface="Arial"/>
                <a:sym typeface="Arial"/>
              </a:rPr>
              <a:t> Educar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" name="Google Shape;435;g3fbd9743079_1_1243"/>
          <p:cNvSpPr/>
          <p:nvPr/>
        </p:nvSpPr>
        <p:spPr>
          <a:xfrm>
            <a:off x="6149573" y="6285608"/>
            <a:ext cx="3995100" cy="45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4B4A4A"/>
              </a:buClr>
              <a:buSzPts val="2200"/>
              <a:buFont typeface="Geist"/>
              <a:buNone/>
            </a:pPr>
            <a:r>
              <a:rPr lang="en-US" sz="2700">
                <a:solidFill>
                  <a:srgbClr val="4B4A4A"/>
                </a:solidFill>
                <a:latin typeface="Geist"/>
                <a:ea typeface="Geist"/>
                <a:cs typeface="Geist"/>
                <a:sym typeface="Geist"/>
              </a:rPr>
              <a:t>Formar cidadãos conscientes</a:t>
            </a:r>
            <a:endParaRPr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g3fbd9743079_1_1243"/>
          <p:cNvSpPr/>
          <p:nvPr/>
        </p:nvSpPr>
        <p:spPr>
          <a:xfrm>
            <a:off x="992213" y="7769424"/>
            <a:ext cx="9445500" cy="1662300"/>
          </a:xfrm>
          <a:prstGeom prst="roundRect">
            <a:avLst>
              <a:gd fmla="val 15351" name="adj"/>
            </a:avLst>
          </a:prstGeom>
          <a:solidFill>
            <a:srgbClr val="D1EFE4"/>
          </a:solidFill>
          <a:ln cap="flat" cmpd="sng" w="14300">
            <a:solidFill>
              <a:srgbClr val="B7D5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37150" lIns="137150" spcFirstLastPara="1" rIns="137150" wrap="square" tIns="137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7" name="Google Shape;437;g3fbd9743079_1_1243"/>
          <p:cNvSpPr/>
          <p:nvPr/>
        </p:nvSpPr>
        <p:spPr>
          <a:xfrm>
            <a:off x="1285248" y="8062466"/>
            <a:ext cx="8859000" cy="4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REM"/>
              <a:buNone/>
            </a:pPr>
            <a:r>
              <a:rPr b="1" lang="en-US" sz="2800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🚀</a:t>
            </a:r>
            <a:r>
              <a:rPr b="1" lang="en-US" sz="2800">
                <a:solidFill>
                  <a:srgbClr val="4B4A4A"/>
                </a:solidFill>
                <a:latin typeface="Arial"/>
                <a:ea typeface="Arial"/>
                <a:cs typeface="Arial"/>
                <a:sym typeface="Arial"/>
              </a:rPr>
              <a:t> Escalar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g3fbd9743079_1_1243"/>
          <p:cNvSpPr/>
          <p:nvPr/>
        </p:nvSpPr>
        <p:spPr>
          <a:xfrm>
            <a:off x="1285248" y="8685014"/>
            <a:ext cx="8859000" cy="45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4B4A4A"/>
              </a:buClr>
              <a:buSzPts val="2200"/>
              <a:buFont typeface="Geist"/>
              <a:buNone/>
            </a:pPr>
            <a:r>
              <a:rPr lang="en-US" sz="2700">
                <a:solidFill>
                  <a:srgbClr val="4B4A4A"/>
                </a:solidFill>
                <a:latin typeface="Geist"/>
                <a:ea typeface="Geist"/>
                <a:cs typeface="Geist"/>
                <a:sym typeface="Geist"/>
              </a:rPr>
              <a:t>Crescer com impacto real</a:t>
            </a:r>
            <a:endParaRPr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39" name="Google Shape;439;g3fbd9743079_1_1243"/>
          <p:cNvPicPr preferRelativeResize="0"/>
          <p:nvPr/>
        </p:nvPicPr>
        <p:blipFill rotWithShape="1">
          <a:blip r:embed="rId3">
            <a:alphaModFix/>
          </a:blip>
          <a:srcRect b="0" l="37465" r="0" t="0"/>
          <a:stretch/>
        </p:blipFill>
        <p:spPr>
          <a:xfrm>
            <a:off x="10721013" y="0"/>
            <a:ext cx="7566986" cy="1028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g3fbe8d93765_0_0"/>
          <p:cNvSpPr/>
          <p:nvPr/>
        </p:nvSpPr>
        <p:spPr>
          <a:xfrm>
            <a:off x="4232225" y="408650"/>
            <a:ext cx="10240200" cy="17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6747"/>
              </a:buClr>
              <a:buSzPts val="5600"/>
              <a:buFont typeface="Arial"/>
              <a:buNone/>
            </a:pPr>
            <a:r>
              <a:rPr b="1" lang="en-US" sz="6000">
                <a:solidFill>
                  <a:srgbClr val="006747"/>
                </a:solidFill>
              </a:rPr>
              <a:t>Obrigado!</a:t>
            </a:r>
            <a:endParaRPr b="1" sz="6000">
              <a:solidFill>
                <a:srgbClr val="006747"/>
              </a:solidFill>
            </a:endParaRPr>
          </a:p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6747"/>
              </a:buClr>
              <a:buSzPts val="5600"/>
              <a:buFont typeface="Arial"/>
              <a:buNone/>
            </a:pPr>
            <a:r>
              <a:rPr b="1" lang="en-US" sz="6000">
                <a:solidFill>
                  <a:srgbClr val="006747"/>
                </a:solidFill>
              </a:rPr>
              <a:t>BEETECH</a:t>
            </a:r>
            <a:endParaRPr sz="6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45" name="Google Shape;445;g3fbe8d93765_0_0" title="ChatGPT Image 23 de set. de 2026, 12_11_09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32325" y="2193650"/>
            <a:ext cx="9223349" cy="75390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